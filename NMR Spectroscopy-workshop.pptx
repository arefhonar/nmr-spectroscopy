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82" r:id="rId2"/>
    <p:sldId id="257" r:id="rId3"/>
    <p:sldId id="264" r:id="rId4"/>
    <p:sldId id="283" r:id="rId5"/>
    <p:sldId id="276" r:id="rId6"/>
    <p:sldId id="279" r:id="rId7"/>
    <p:sldId id="278" r:id="rId8"/>
    <p:sldId id="266" r:id="rId9"/>
    <p:sldId id="280" r:id="rId10"/>
    <p:sldId id="277" r:id="rId11"/>
    <p:sldId id="271" r:id="rId12"/>
    <p:sldId id="273" r:id="rId13"/>
    <p:sldId id="272" r:id="rId14"/>
    <p:sldId id="275" r:id="rId15"/>
    <p:sldId id="28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3BC3"/>
    <a:srgbClr val="954ECA"/>
    <a:srgbClr val="FF0000"/>
    <a:srgbClr val="FF3300"/>
    <a:srgbClr val="FF0066"/>
    <a:srgbClr val="FF9999"/>
    <a:srgbClr val="582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4" autoAdjust="0"/>
    <p:restoredTop sz="94660"/>
  </p:normalViewPr>
  <p:slideViewPr>
    <p:cSldViewPr snapToGrid="0">
      <p:cViewPr>
        <p:scale>
          <a:sx n="110" d="100"/>
          <a:sy n="110" d="100"/>
        </p:scale>
        <p:origin x="71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430FF9-87D3-47ED-9EC9-822C34DA7EE9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45127-30FC-461E-A230-CAAC23176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30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D989B-60A6-4F12-84AE-801E8DB132AD}" type="datetime1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8381B-B3BA-4C2C-B532-2A09B574A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5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5F12-C76D-4D9D-8C74-8F8E13E91EE5}" type="datetime1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8381B-B3BA-4C2C-B532-2A09B574A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82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1587-BC79-457A-A7CF-089DBEA56AEA}" type="datetime1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8381B-B3BA-4C2C-B532-2A09B574A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68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45943-ECED-406F-AF92-F5CB205CA877}" type="datetime1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8381B-B3BA-4C2C-B532-2A09B574A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11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B9C6-1B1D-44E0-9738-979DE1586B74}" type="datetime1">
              <a:rPr lang="en-US" smtClean="0"/>
              <a:t>4/14/2022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8381B-B3BA-4C2C-B532-2A09B574A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0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DFEC-62DA-41A2-9547-55ECA7436B42}" type="datetime1">
              <a:rPr lang="en-US" smtClean="0"/>
              <a:t>4/14/2022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8381B-B3BA-4C2C-B532-2A09B574A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21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4C64-6541-47B8-9387-68FBEBD42AC8}" type="datetime1">
              <a:rPr lang="en-US" smtClean="0"/>
              <a:t>4/14/2022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8381B-B3BA-4C2C-B532-2A09B574A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68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982A-025A-4103-9FE5-70121C1B6A2F}" type="datetime1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8381B-B3BA-4C2C-B532-2A09B574A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45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E487-1B04-491E-96DA-B771B2B263AA}" type="datetime1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8381B-B3BA-4C2C-B532-2A09B574A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2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CAAF-AF09-43BF-8057-9ED52CDFCB4F}" type="datetime1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8381B-B3BA-4C2C-B532-2A09B574A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8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C7F1-23C4-420F-AFAE-21E58C1EED5F}" type="datetime1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8381B-B3BA-4C2C-B532-2A09B574A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3792F-DDEB-4CD0-ADC9-ED6C6F9F888A}" type="datetime1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8381B-B3BA-4C2C-B532-2A09B574A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04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3" name="Half Frame 2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57815" y="930274"/>
            <a:ext cx="56044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spc="-3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IranNastaliq" panose="02020505000000020003" pitchFamily="18" charset="0"/>
                <a:cs typeface="IranNastaliq" panose="02020505000000020003" pitchFamily="18" charset="0"/>
              </a:rPr>
              <a:t>IN          THE        NAME       OF          GOD</a:t>
            </a:r>
            <a:endParaRPr lang="fa-IR" sz="3200" b="1" spc="-3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glow rad="101600">
                  <a:schemeClr val="accent4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IranNastaliq" panose="02020505000000020003" pitchFamily="18" charset="0"/>
              <a:cs typeface="IranNastaliq" panose="020205050000000200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28024" y="2565121"/>
            <a:ext cx="6264000" cy="29238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70C0"/>
                </a:solidFill>
                <a:latin typeface="Tempus Sans ITC" panose="04020404030D07020202" pitchFamily="82" charset="0"/>
                <a:cs typeface="Times New Roman" panose="02020603050405020304" pitchFamily="18" charset="0"/>
              </a:rPr>
              <a:t>NMR Spectroscopy</a:t>
            </a:r>
            <a:endParaRPr lang="en-US" sz="3600" b="1" dirty="0" smtClean="0">
              <a:solidFill>
                <a:srgbClr val="0070C0"/>
              </a:solidFill>
              <a:latin typeface="Tempus Sans ITC" panose="04020404030D07020202" pitchFamily="82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0070C0"/>
                </a:solidFill>
                <a:latin typeface="Tempus Sans ITC" panose="04020404030D07020202" pitchFamily="82" charset="0"/>
                <a:cs typeface="Times New Roman" panose="02020603050405020304" pitchFamily="18" charset="0"/>
              </a:rPr>
              <a:t> </a:t>
            </a:r>
            <a:endParaRPr lang="en-US" sz="2800" b="1" dirty="0">
              <a:solidFill>
                <a:srgbClr val="0070C0"/>
              </a:solidFill>
              <a:latin typeface="Tempus Sans ITC" panose="04020404030D07020202" pitchFamily="82" charset="0"/>
              <a:cs typeface="Times New Roman" panose="02020603050405020304" pitchFamily="18" charset="0"/>
            </a:endParaRPr>
          </a:p>
          <a:p>
            <a:r>
              <a:rPr lang="en-US" sz="2400" dirty="0" err="1" smtClean="0">
                <a:latin typeface="Colonna MT" panose="04020805060202030203" pitchFamily="82" charset="0"/>
                <a:cs typeface="Times New Roman" panose="02020603050405020304" pitchFamily="18" charset="0"/>
              </a:rPr>
              <a:t>Aref</a:t>
            </a:r>
            <a:r>
              <a:rPr lang="en-US" sz="2400" dirty="0" smtClean="0">
                <a:latin typeface="Colonna MT" panose="04020805060202030203" pitchFamily="82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Colonna MT" panose="04020805060202030203" pitchFamily="82" charset="0"/>
                <a:cs typeface="Times New Roman" panose="02020603050405020304" pitchFamily="18" charset="0"/>
              </a:rPr>
              <a:t>Honarparvaran</a:t>
            </a:r>
            <a:endParaRPr lang="en-US" sz="2400" dirty="0" smtClean="0">
              <a:latin typeface="Colonna MT" panose="04020805060202030203" pitchFamily="82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Colonna MT" panose="04020805060202030203" pitchFamily="82" charset="0"/>
                <a:cs typeface="Times New Roman" panose="02020603050405020304" pitchFamily="18" charset="0"/>
              </a:rPr>
              <a:t>Master Student of Chemical Engineering</a:t>
            </a:r>
          </a:p>
          <a:p>
            <a:r>
              <a:rPr lang="en-US" sz="2400" dirty="0" smtClean="0">
                <a:latin typeface="Colonna MT" panose="04020805060202030203" pitchFamily="82" charset="0"/>
                <a:cs typeface="Times New Roman" panose="02020603050405020304" pitchFamily="18" charset="0"/>
              </a:rPr>
              <a:t>Supervisor: </a:t>
            </a:r>
            <a:r>
              <a:rPr lang="en-US" sz="2400" dirty="0" err="1" smtClean="0">
                <a:latin typeface="Colonna MT" panose="04020805060202030203" pitchFamily="82" charset="0"/>
                <a:cs typeface="Times New Roman" panose="02020603050405020304" pitchFamily="18" charset="0"/>
              </a:rPr>
              <a:t>Dr</a:t>
            </a:r>
            <a:r>
              <a:rPr lang="en-US" sz="2400" dirty="0" smtClean="0">
                <a:latin typeface="Colonna MT" panose="04020805060202030203" pitchFamily="82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Colonna MT" panose="04020805060202030203" pitchFamily="82" charset="0"/>
                <a:cs typeface="Times New Roman" panose="02020603050405020304" pitchFamily="18" charset="0"/>
              </a:rPr>
              <a:t>Mehrnia</a:t>
            </a:r>
            <a:endParaRPr lang="en-US" sz="2400" dirty="0" smtClean="0">
              <a:latin typeface="Colonna MT" panose="04020805060202030203" pitchFamily="82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Colonna MT" panose="04020805060202030203" pitchFamily="82" charset="0"/>
                <a:cs typeface="Times New Roman" panose="02020603050405020304" pitchFamily="18" charset="0"/>
              </a:rPr>
              <a:t>Advisor: </a:t>
            </a:r>
            <a:r>
              <a:rPr lang="en-US" sz="2400" dirty="0" err="1" smtClean="0">
                <a:latin typeface="Colonna MT" panose="04020805060202030203" pitchFamily="82" charset="0"/>
                <a:cs typeface="Times New Roman" panose="02020603050405020304" pitchFamily="18" charset="0"/>
              </a:rPr>
              <a:t>Dr</a:t>
            </a:r>
            <a:r>
              <a:rPr lang="en-US" sz="2400" dirty="0" smtClean="0">
                <a:latin typeface="Colonna MT" panose="04020805060202030203" pitchFamily="82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Colonna MT" panose="04020805060202030203" pitchFamily="82" charset="0"/>
                <a:cs typeface="Times New Roman" panose="02020603050405020304" pitchFamily="18" charset="0"/>
              </a:rPr>
              <a:t>Pourasgharian</a:t>
            </a:r>
            <a:r>
              <a:rPr lang="en-US" sz="2400" dirty="0" smtClean="0">
                <a:latin typeface="Colonna MT" panose="04020805060202030203" pitchFamily="82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Colonna MT" panose="04020805060202030203" pitchFamily="82" charset="0"/>
                <a:cs typeface="Times New Roman" panose="02020603050405020304" pitchFamily="18" charset="0"/>
              </a:rPr>
              <a:t>Roudsari</a:t>
            </a:r>
            <a:endParaRPr lang="en-US" sz="2400" dirty="0" smtClean="0">
              <a:latin typeface="Colonna MT" panose="04020805060202030203" pitchFamily="82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Colonna MT" panose="04020805060202030203" pitchFamily="82" charset="0"/>
                <a:cs typeface="Times New Roman" panose="02020603050405020304" pitchFamily="18" charset="0"/>
              </a:rPr>
              <a:t>Spring</a:t>
            </a:r>
            <a:r>
              <a:rPr lang="en-US" sz="2400" dirty="0" smtClean="0">
                <a:latin typeface="Colonna MT" panose="04020805060202030203" pitchFamily="82" charset="0"/>
                <a:cs typeface="Times New Roman" panose="02020603050405020304" pitchFamily="18" charset="0"/>
              </a:rPr>
              <a:t> 1401</a:t>
            </a:r>
            <a:endParaRPr lang="en-US" sz="2400" dirty="0">
              <a:latin typeface="Colonna MT" panose="04020805060202030203" pitchFamily="82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28024" y="1587729"/>
            <a:ext cx="626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3577508" y="6492875"/>
            <a:ext cx="2057400" cy="365125"/>
          </a:xfrm>
        </p:spPr>
        <p:txBody>
          <a:bodyPr/>
          <a:lstStyle/>
          <a:p>
            <a:pPr algn="ctr"/>
            <a:fld id="{F4B8381B-B3BA-4C2C-B532-2A09B574A935}" type="slidenum">
              <a:rPr lang="en-US" smtClean="0"/>
              <a:pPr algn="ctr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81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 rot="10800000" flipH="1">
            <a:off x="506508" y="956995"/>
            <a:ext cx="7475054" cy="639272"/>
          </a:xfrm>
          <a:custGeom>
            <a:avLst/>
            <a:gdLst>
              <a:gd name="connsiteX0" fmla="*/ 4335854 w 9966739"/>
              <a:gd name="connsiteY0" fmla="*/ 835738 h 852363"/>
              <a:gd name="connsiteX1" fmla="*/ 3991899 w 9966739"/>
              <a:gd name="connsiteY1" fmla="*/ 835738 h 852363"/>
              <a:gd name="connsiteX2" fmla="*/ 4335854 w 9966739"/>
              <a:gd name="connsiteY2" fmla="*/ 417870 h 852363"/>
              <a:gd name="connsiteX3" fmla="*/ 3991899 w 9966739"/>
              <a:gd name="connsiteY3" fmla="*/ 2 h 852363"/>
              <a:gd name="connsiteX4" fmla="*/ 4335854 w 9966739"/>
              <a:gd name="connsiteY4" fmla="*/ 2 h 852363"/>
              <a:gd name="connsiteX5" fmla="*/ 4679809 w 9966739"/>
              <a:gd name="connsiteY5" fmla="*/ 417870 h 852363"/>
              <a:gd name="connsiteX6" fmla="*/ 1132475 w 9966739"/>
              <a:gd name="connsiteY6" fmla="*/ 835738 h 852363"/>
              <a:gd name="connsiteX7" fmla="*/ 0 w 9966739"/>
              <a:gd name="connsiteY7" fmla="*/ 835738 h 852363"/>
              <a:gd name="connsiteX8" fmla="*/ 0 w 9966739"/>
              <a:gd name="connsiteY8" fmla="*/ 1 h 852363"/>
              <a:gd name="connsiteX9" fmla="*/ 1132475 w 9966739"/>
              <a:gd name="connsiteY9" fmla="*/ 1 h 852363"/>
              <a:gd name="connsiteX10" fmla="*/ 1550343 w 9966739"/>
              <a:gd name="connsiteY10" fmla="*/ 417870 h 852363"/>
              <a:gd name="connsiteX11" fmla="*/ 1737498 w 9966739"/>
              <a:gd name="connsiteY11" fmla="*/ 835739 h 852363"/>
              <a:gd name="connsiteX12" fmla="*/ 1411576 w 9966739"/>
              <a:gd name="connsiteY12" fmla="*/ 835739 h 852363"/>
              <a:gd name="connsiteX13" fmla="*/ 1737498 w 9966739"/>
              <a:gd name="connsiteY13" fmla="*/ 417871 h 852363"/>
              <a:gd name="connsiteX14" fmla="*/ 1411576 w 9966739"/>
              <a:gd name="connsiteY14" fmla="*/ 3 h 852363"/>
              <a:gd name="connsiteX15" fmla="*/ 1737498 w 9966739"/>
              <a:gd name="connsiteY15" fmla="*/ 3 h 852363"/>
              <a:gd name="connsiteX16" fmla="*/ 2063420 w 9966739"/>
              <a:gd name="connsiteY16" fmla="*/ 417871 h 852363"/>
              <a:gd name="connsiteX17" fmla="*/ 6960549 w 9966739"/>
              <a:gd name="connsiteY17" fmla="*/ 835740 h 852363"/>
              <a:gd name="connsiteX18" fmla="*/ 6627034 w 9966739"/>
              <a:gd name="connsiteY18" fmla="*/ 835740 h 852363"/>
              <a:gd name="connsiteX19" fmla="*/ 6960549 w 9966739"/>
              <a:gd name="connsiteY19" fmla="*/ 417871 h 852363"/>
              <a:gd name="connsiteX20" fmla="*/ 6627034 w 9966739"/>
              <a:gd name="connsiteY20" fmla="*/ 2 h 852363"/>
              <a:gd name="connsiteX21" fmla="*/ 6960549 w 9966739"/>
              <a:gd name="connsiteY21" fmla="*/ 2 h 852363"/>
              <a:gd name="connsiteX22" fmla="*/ 7294061 w 9966739"/>
              <a:gd name="connsiteY22" fmla="*/ 417871 h 852363"/>
              <a:gd name="connsiteX23" fmla="*/ 6358905 w 9966739"/>
              <a:gd name="connsiteY23" fmla="*/ 852360 h 852363"/>
              <a:gd name="connsiteX24" fmla="*/ 5234741 w 9966739"/>
              <a:gd name="connsiteY24" fmla="*/ 852360 h 852363"/>
              <a:gd name="connsiteX25" fmla="*/ 5234741 w 9966739"/>
              <a:gd name="connsiteY25" fmla="*/ 1 h 852363"/>
              <a:gd name="connsiteX26" fmla="*/ 6358905 w 9966739"/>
              <a:gd name="connsiteY26" fmla="*/ 1 h 852363"/>
              <a:gd name="connsiteX27" fmla="*/ 6785084 w 9966739"/>
              <a:gd name="connsiteY27" fmla="*/ 426181 h 852363"/>
              <a:gd name="connsiteX28" fmla="*/ 8979392 w 9966739"/>
              <a:gd name="connsiteY28" fmla="*/ 852361 h 852363"/>
              <a:gd name="connsiteX29" fmla="*/ 7855229 w 9966739"/>
              <a:gd name="connsiteY29" fmla="*/ 852361 h 852363"/>
              <a:gd name="connsiteX30" fmla="*/ 7855229 w 9966739"/>
              <a:gd name="connsiteY30" fmla="*/ 1 h 852363"/>
              <a:gd name="connsiteX31" fmla="*/ 8979392 w 9966739"/>
              <a:gd name="connsiteY31" fmla="*/ 1 h 852363"/>
              <a:gd name="connsiteX32" fmla="*/ 9405572 w 9966739"/>
              <a:gd name="connsiteY32" fmla="*/ 426181 h 852363"/>
              <a:gd name="connsiteX33" fmla="*/ 3738414 w 9966739"/>
              <a:gd name="connsiteY33" fmla="*/ 852362 h 852363"/>
              <a:gd name="connsiteX34" fmla="*/ 2614252 w 9966739"/>
              <a:gd name="connsiteY34" fmla="*/ 852362 h 852363"/>
              <a:gd name="connsiteX35" fmla="*/ 2614252 w 9966739"/>
              <a:gd name="connsiteY35" fmla="*/ 0 h 852363"/>
              <a:gd name="connsiteX36" fmla="*/ 3738414 w 9966739"/>
              <a:gd name="connsiteY36" fmla="*/ 0 h 852363"/>
              <a:gd name="connsiteX37" fmla="*/ 4164595 w 9966739"/>
              <a:gd name="connsiteY37" fmla="*/ 426181 h 852363"/>
              <a:gd name="connsiteX38" fmla="*/ 9586713 w 9966739"/>
              <a:gd name="connsiteY38" fmla="*/ 852363 h 852363"/>
              <a:gd name="connsiteX39" fmla="*/ 9206687 w 9966739"/>
              <a:gd name="connsiteY39" fmla="*/ 852363 h 852363"/>
              <a:gd name="connsiteX40" fmla="*/ 9586713 w 9966739"/>
              <a:gd name="connsiteY40" fmla="*/ 426182 h 852363"/>
              <a:gd name="connsiteX41" fmla="*/ 9206687 w 9966739"/>
              <a:gd name="connsiteY41" fmla="*/ 1 h 852363"/>
              <a:gd name="connsiteX42" fmla="*/ 9586713 w 9966739"/>
              <a:gd name="connsiteY42" fmla="*/ 1 h 852363"/>
              <a:gd name="connsiteX43" fmla="*/ 9966739 w 9966739"/>
              <a:gd name="connsiteY43" fmla="*/ 426182 h 8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966739" h="852363">
                <a:moveTo>
                  <a:pt x="4335854" y="835738"/>
                </a:moveTo>
                <a:lnTo>
                  <a:pt x="3991899" y="835738"/>
                </a:lnTo>
                <a:lnTo>
                  <a:pt x="4335854" y="417870"/>
                </a:lnTo>
                <a:lnTo>
                  <a:pt x="3991899" y="2"/>
                </a:lnTo>
                <a:lnTo>
                  <a:pt x="4335854" y="2"/>
                </a:lnTo>
                <a:lnTo>
                  <a:pt x="4679809" y="417870"/>
                </a:lnTo>
                <a:close/>
                <a:moveTo>
                  <a:pt x="1132475" y="835738"/>
                </a:moveTo>
                <a:lnTo>
                  <a:pt x="0" y="835738"/>
                </a:lnTo>
                <a:lnTo>
                  <a:pt x="0" y="1"/>
                </a:lnTo>
                <a:lnTo>
                  <a:pt x="1132475" y="1"/>
                </a:lnTo>
                <a:lnTo>
                  <a:pt x="1550343" y="417870"/>
                </a:lnTo>
                <a:close/>
                <a:moveTo>
                  <a:pt x="1737498" y="835739"/>
                </a:moveTo>
                <a:lnTo>
                  <a:pt x="1411576" y="835739"/>
                </a:lnTo>
                <a:lnTo>
                  <a:pt x="1737498" y="417871"/>
                </a:lnTo>
                <a:lnTo>
                  <a:pt x="1411576" y="3"/>
                </a:lnTo>
                <a:lnTo>
                  <a:pt x="1737498" y="3"/>
                </a:lnTo>
                <a:lnTo>
                  <a:pt x="2063420" y="417871"/>
                </a:lnTo>
                <a:close/>
                <a:moveTo>
                  <a:pt x="6960549" y="835740"/>
                </a:moveTo>
                <a:lnTo>
                  <a:pt x="6627034" y="835740"/>
                </a:lnTo>
                <a:lnTo>
                  <a:pt x="6960549" y="417871"/>
                </a:lnTo>
                <a:lnTo>
                  <a:pt x="6627034" y="2"/>
                </a:lnTo>
                <a:lnTo>
                  <a:pt x="6960549" y="2"/>
                </a:lnTo>
                <a:lnTo>
                  <a:pt x="7294061" y="417871"/>
                </a:lnTo>
                <a:close/>
                <a:moveTo>
                  <a:pt x="6358905" y="852360"/>
                </a:moveTo>
                <a:lnTo>
                  <a:pt x="5234741" y="852360"/>
                </a:lnTo>
                <a:lnTo>
                  <a:pt x="5234741" y="1"/>
                </a:lnTo>
                <a:lnTo>
                  <a:pt x="6358905" y="1"/>
                </a:lnTo>
                <a:lnTo>
                  <a:pt x="6785084" y="426181"/>
                </a:lnTo>
                <a:close/>
                <a:moveTo>
                  <a:pt x="8979392" y="852361"/>
                </a:moveTo>
                <a:lnTo>
                  <a:pt x="7855229" y="852361"/>
                </a:lnTo>
                <a:lnTo>
                  <a:pt x="7855229" y="1"/>
                </a:lnTo>
                <a:lnTo>
                  <a:pt x="8979392" y="1"/>
                </a:lnTo>
                <a:lnTo>
                  <a:pt x="9405572" y="426181"/>
                </a:lnTo>
                <a:close/>
                <a:moveTo>
                  <a:pt x="3738414" y="852362"/>
                </a:moveTo>
                <a:lnTo>
                  <a:pt x="2614252" y="852362"/>
                </a:lnTo>
                <a:lnTo>
                  <a:pt x="2614252" y="0"/>
                </a:lnTo>
                <a:lnTo>
                  <a:pt x="3738414" y="0"/>
                </a:lnTo>
                <a:lnTo>
                  <a:pt x="4164595" y="426181"/>
                </a:lnTo>
                <a:close/>
                <a:moveTo>
                  <a:pt x="9586713" y="852363"/>
                </a:moveTo>
                <a:lnTo>
                  <a:pt x="9206687" y="852363"/>
                </a:lnTo>
                <a:lnTo>
                  <a:pt x="9586713" y="426182"/>
                </a:lnTo>
                <a:lnTo>
                  <a:pt x="9206687" y="1"/>
                </a:lnTo>
                <a:lnTo>
                  <a:pt x="9586713" y="1"/>
                </a:lnTo>
                <a:lnTo>
                  <a:pt x="9966739" y="4261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6507" y="1144363"/>
            <a:ext cx="10836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5" name="Pentagon 24"/>
          <p:cNvSpPr/>
          <p:nvPr/>
        </p:nvSpPr>
        <p:spPr>
          <a:xfrm rot="10800000" flipH="1">
            <a:off x="506508" y="964127"/>
            <a:ext cx="1162757" cy="632139"/>
          </a:xfrm>
          <a:prstGeom prst="homePlate">
            <a:avLst/>
          </a:prstGeom>
          <a:solidFill>
            <a:srgbClr val="FFC000"/>
          </a:solidFill>
          <a:ln>
            <a:solidFill>
              <a:schemeClr val="bg2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1541613" y="964126"/>
            <a:ext cx="515788" cy="632141"/>
          </a:xfrm>
          <a:prstGeom prst="chevron">
            <a:avLst/>
          </a:prstGeom>
          <a:solidFill>
            <a:srgbClr val="FFC000"/>
          </a:solidFill>
          <a:ln>
            <a:solidFill>
              <a:schemeClr val="bg2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24934" y="2144319"/>
            <a:ext cx="64776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NMR and Why do we use it?</a:t>
            </a:r>
          </a:p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between NMR and other analysis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Mass spectroscopy              (Example: C3H7Cl)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FTIR                              (Many C….H vibrations)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NMR                    (Is it ClCH2CH3 or H3CCHCH3 ???)</a:t>
            </a:r>
          </a:p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principle of NMR?</a:t>
            </a:r>
          </a:p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Half Frame 10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7762" y="1098295"/>
            <a:ext cx="115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53205" y="1105356"/>
            <a:ext cx="1014887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3577508" y="6492875"/>
            <a:ext cx="2057400" cy="365125"/>
          </a:xfrm>
        </p:spPr>
        <p:txBody>
          <a:bodyPr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0074" y="1007610"/>
            <a:ext cx="1093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Sample preparation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351594" y="4537176"/>
            <a:ext cx="0" cy="165463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35300" y="4619907"/>
            <a:ext cx="496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86578" y="1115331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95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0800000" flipH="1">
            <a:off x="506508" y="956995"/>
            <a:ext cx="7475054" cy="639272"/>
          </a:xfrm>
          <a:custGeom>
            <a:avLst/>
            <a:gdLst>
              <a:gd name="connsiteX0" fmla="*/ 4335854 w 9966739"/>
              <a:gd name="connsiteY0" fmla="*/ 835738 h 852363"/>
              <a:gd name="connsiteX1" fmla="*/ 3991899 w 9966739"/>
              <a:gd name="connsiteY1" fmla="*/ 835738 h 852363"/>
              <a:gd name="connsiteX2" fmla="*/ 4335854 w 9966739"/>
              <a:gd name="connsiteY2" fmla="*/ 417870 h 852363"/>
              <a:gd name="connsiteX3" fmla="*/ 3991899 w 9966739"/>
              <a:gd name="connsiteY3" fmla="*/ 2 h 852363"/>
              <a:gd name="connsiteX4" fmla="*/ 4335854 w 9966739"/>
              <a:gd name="connsiteY4" fmla="*/ 2 h 852363"/>
              <a:gd name="connsiteX5" fmla="*/ 4679809 w 9966739"/>
              <a:gd name="connsiteY5" fmla="*/ 417870 h 852363"/>
              <a:gd name="connsiteX6" fmla="*/ 1132475 w 9966739"/>
              <a:gd name="connsiteY6" fmla="*/ 835738 h 852363"/>
              <a:gd name="connsiteX7" fmla="*/ 0 w 9966739"/>
              <a:gd name="connsiteY7" fmla="*/ 835738 h 852363"/>
              <a:gd name="connsiteX8" fmla="*/ 0 w 9966739"/>
              <a:gd name="connsiteY8" fmla="*/ 1 h 852363"/>
              <a:gd name="connsiteX9" fmla="*/ 1132475 w 9966739"/>
              <a:gd name="connsiteY9" fmla="*/ 1 h 852363"/>
              <a:gd name="connsiteX10" fmla="*/ 1550343 w 9966739"/>
              <a:gd name="connsiteY10" fmla="*/ 417870 h 852363"/>
              <a:gd name="connsiteX11" fmla="*/ 1737498 w 9966739"/>
              <a:gd name="connsiteY11" fmla="*/ 835739 h 852363"/>
              <a:gd name="connsiteX12" fmla="*/ 1411576 w 9966739"/>
              <a:gd name="connsiteY12" fmla="*/ 835739 h 852363"/>
              <a:gd name="connsiteX13" fmla="*/ 1737498 w 9966739"/>
              <a:gd name="connsiteY13" fmla="*/ 417871 h 852363"/>
              <a:gd name="connsiteX14" fmla="*/ 1411576 w 9966739"/>
              <a:gd name="connsiteY14" fmla="*/ 3 h 852363"/>
              <a:gd name="connsiteX15" fmla="*/ 1737498 w 9966739"/>
              <a:gd name="connsiteY15" fmla="*/ 3 h 852363"/>
              <a:gd name="connsiteX16" fmla="*/ 2063420 w 9966739"/>
              <a:gd name="connsiteY16" fmla="*/ 417871 h 852363"/>
              <a:gd name="connsiteX17" fmla="*/ 6960549 w 9966739"/>
              <a:gd name="connsiteY17" fmla="*/ 835740 h 852363"/>
              <a:gd name="connsiteX18" fmla="*/ 6627034 w 9966739"/>
              <a:gd name="connsiteY18" fmla="*/ 835740 h 852363"/>
              <a:gd name="connsiteX19" fmla="*/ 6960549 w 9966739"/>
              <a:gd name="connsiteY19" fmla="*/ 417871 h 852363"/>
              <a:gd name="connsiteX20" fmla="*/ 6627034 w 9966739"/>
              <a:gd name="connsiteY20" fmla="*/ 2 h 852363"/>
              <a:gd name="connsiteX21" fmla="*/ 6960549 w 9966739"/>
              <a:gd name="connsiteY21" fmla="*/ 2 h 852363"/>
              <a:gd name="connsiteX22" fmla="*/ 7294061 w 9966739"/>
              <a:gd name="connsiteY22" fmla="*/ 417871 h 852363"/>
              <a:gd name="connsiteX23" fmla="*/ 6358905 w 9966739"/>
              <a:gd name="connsiteY23" fmla="*/ 852360 h 852363"/>
              <a:gd name="connsiteX24" fmla="*/ 5234741 w 9966739"/>
              <a:gd name="connsiteY24" fmla="*/ 852360 h 852363"/>
              <a:gd name="connsiteX25" fmla="*/ 5234741 w 9966739"/>
              <a:gd name="connsiteY25" fmla="*/ 1 h 852363"/>
              <a:gd name="connsiteX26" fmla="*/ 6358905 w 9966739"/>
              <a:gd name="connsiteY26" fmla="*/ 1 h 852363"/>
              <a:gd name="connsiteX27" fmla="*/ 6785084 w 9966739"/>
              <a:gd name="connsiteY27" fmla="*/ 426181 h 852363"/>
              <a:gd name="connsiteX28" fmla="*/ 8979392 w 9966739"/>
              <a:gd name="connsiteY28" fmla="*/ 852361 h 852363"/>
              <a:gd name="connsiteX29" fmla="*/ 7855229 w 9966739"/>
              <a:gd name="connsiteY29" fmla="*/ 852361 h 852363"/>
              <a:gd name="connsiteX30" fmla="*/ 7855229 w 9966739"/>
              <a:gd name="connsiteY30" fmla="*/ 1 h 852363"/>
              <a:gd name="connsiteX31" fmla="*/ 8979392 w 9966739"/>
              <a:gd name="connsiteY31" fmla="*/ 1 h 852363"/>
              <a:gd name="connsiteX32" fmla="*/ 9405572 w 9966739"/>
              <a:gd name="connsiteY32" fmla="*/ 426181 h 852363"/>
              <a:gd name="connsiteX33" fmla="*/ 3738414 w 9966739"/>
              <a:gd name="connsiteY33" fmla="*/ 852362 h 852363"/>
              <a:gd name="connsiteX34" fmla="*/ 2614252 w 9966739"/>
              <a:gd name="connsiteY34" fmla="*/ 852362 h 852363"/>
              <a:gd name="connsiteX35" fmla="*/ 2614252 w 9966739"/>
              <a:gd name="connsiteY35" fmla="*/ 0 h 852363"/>
              <a:gd name="connsiteX36" fmla="*/ 3738414 w 9966739"/>
              <a:gd name="connsiteY36" fmla="*/ 0 h 852363"/>
              <a:gd name="connsiteX37" fmla="*/ 4164595 w 9966739"/>
              <a:gd name="connsiteY37" fmla="*/ 426181 h 852363"/>
              <a:gd name="connsiteX38" fmla="*/ 9586713 w 9966739"/>
              <a:gd name="connsiteY38" fmla="*/ 852363 h 852363"/>
              <a:gd name="connsiteX39" fmla="*/ 9206687 w 9966739"/>
              <a:gd name="connsiteY39" fmla="*/ 852363 h 852363"/>
              <a:gd name="connsiteX40" fmla="*/ 9586713 w 9966739"/>
              <a:gd name="connsiteY40" fmla="*/ 426182 h 852363"/>
              <a:gd name="connsiteX41" fmla="*/ 9206687 w 9966739"/>
              <a:gd name="connsiteY41" fmla="*/ 1 h 852363"/>
              <a:gd name="connsiteX42" fmla="*/ 9586713 w 9966739"/>
              <a:gd name="connsiteY42" fmla="*/ 1 h 852363"/>
              <a:gd name="connsiteX43" fmla="*/ 9966739 w 9966739"/>
              <a:gd name="connsiteY43" fmla="*/ 426182 h 8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966739" h="852363">
                <a:moveTo>
                  <a:pt x="4335854" y="835738"/>
                </a:moveTo>
                <a:lnTo>
                  <a:pt x="3991899" y="835738"/>
                </a:lnTo>
                <a:lnTo>
                  <a:pt x="4335854" y="417870"/>
                </a:lnTo>
                <a:lnTo>
                  <a:pt x="3991899" y="2"/>
                </a:lnTo>
                <a:lnTo>
                  <a:pt x="4335854" y="2"/>
                </a:lnTo>
                <a:lnTo>
                  <a:pt x="4679809" y="417870"/>
                </a:lnTo>
                <a:close/>
                <a:moveTo>
                  <a:pt x="1132475" y="835738"/>
                </a:moveTo>
                <a:lnTo>
                  <a:pt x="0" y="835738"/>
                </a:lnTo>
                <a:lnTo>
                  <a:pt x="0" y="1"/>
                </a:lnTo>
                <a:lnTo>
                  <a:pt x="1132475" y="1"/>
                </a:lnTo>
                <a:lnTo>
                  <a:pt x="1550343" y="417870"/>
                </a:lnTo>
                <a:close/>
                <a:moveTo>
                  <a:pt x="1737498" y="835739"/>
                </a:moveTo>
                <a:lnTo>
                  <a:pt x="1411576" y="835739"/>
                </a:lnTo>
                <a:lnTo>
                  <a:pt x="1737498" y="417871"/>
                </a:lnTo>
                <a:lnTo>
                  <a:pt x="1411576" y="3"/>
                </a:lnTo>
                <a:lnTo>
                  <a:pt x="1737498" y="3"/>
                </a:lnTo>
                <a:lnTo>
                  <a:pt x="2063420" y="417871"/>
                </a:lnTo>
                <a:close/>
                <a:moveTo>
                  <a:pt x="6960549" y="835740"/>
                </a:moveTo>
                <a:lnTo>
                  <a:pt x="6627034" y="835740"/>
                </a:lnTo>
                <a:lnTo>
                  <a:pt x="6960549" y="417871"/>
                </a:lnTo>
                <a:lnTo>
                  <a:pt x="6627034" y="2"/>
                </a:lnTo>
                <a:lnTo>
                  <a:pt x="6960549" y="2"/>
                </a:lnTo>
                <a:lnTo>
                  <a:pt x="7294061" y="417871"/>
                </a:lnTo>
                <a:close/>
                <a:moveTo>
                  <a:pt x="6358905" y="852360"/>
                </a:moveTo>
                <a:lnTo>
                  <a:pt x="5234741" y="852360"/>
                </a:lnTo>
                <a:lnTo>
                  <a:pt x="5234741" y="1"/>
                </a:lnTo>
                <a:lnTo>
                  <a:pt x="6358905" y="1"/>
                </a:lnTo>
                <a:lnTo>
                  <a:pt x="6785084" y="426181"/>
                </a:lnTo>
                <a:close/>
                <a:moveTo>
                  <a:pt x="8979392" y="852361"/>
                </a:moveTo>
                <a:lnTo>
                  <a:pt x="7855229" y="852361"/>
                </a:lnTo>
                <a:lnTo>
                  <a:pt x="7855229" y="1"/>
                </a:lnTo>
                <a:lnTo>
                  <a:pt x="8979392" y="1"/>
                </a:lnTo>
                <a:lnTo>
                  <a:pt x="9405572" y="426181"/>
                </a:lnTo>
                <a:close/>
                <a:moveTo>
                  <a:pt x="3738414" y="852362"/>
                </a:moveTo>
                <a:lnTo>
                  <a:pt x="2614252" y="852362"/>
                </a:lnTo>
                <a:lnTo>
                  <a:pt x="2614252" y="0"/>
                </a:lnTo>
                <a:lnTo>
                  <a:pt x="3738414" y="0"/>
                </a:lnTo>
                <a:lnTo>
                  <a:pt x="4164595" y="426181"/>
                </a:lnTo>
                <a:close/>
                <a:moveTo>
                  <a:pt x="9586713" y="852363"/>
                </a:moveTo>
                <a:lnTo>
                  <a:pt x="9206687" y="852363"/>
                </a:lnTo>
                <a:lnTo>
                  <a:pt x="9586713" y="426182"/>
                </a:lnTo>
                <a:lnTo>
                  <a:pt x="9206687" y="1"/>
                </a:lnTo>
                <a:lnTo>
                  <a:pt x="9586713" y="1"/>
                </a:lnTo>
                <a:lnTo>
                  <a:pt x="9966739" y="4261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2450176" y="956994"/>
            <a:ext cx="1197032" cy="642158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Chevron 5"/>
          <p:cNvSpPr/>
          <p:nvPr/>
        </p:nvSpPr>
        <p:spPr>
          <a:xfrm>
            <a:off x="3478877" y="956994"/>
            <a:ext cx="548639" cy="639274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76187" y="2083564"/>
            <a:ext cx="7101147" cy="509755"/>
          </a:xfrm>
          <a:prstGeom prst="rect">
            <a:avLst/>
          </a:prstGeom>
          <a:noFill/>
          <a:effectLst>
            <a:innerShdw blurRad="63500" dist="508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hydrogen atom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Half Frame 12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7543" y="1121299"/>
            <a:ext cx="115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1518" y="1097049"/>
            <a:ext cx="1014887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1"/>
          <p:cNvSpPr txBox="1">
            <a:spLocks/>
          </p:cNvSpPr>
          <p:nvPr/>
        </p:nvSpPr>
        <p:spPr>
          <a:xfrm>
            <a:off x="3577508" y="649990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4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608" y="2717567"/>
            <a:ext cx="2567767" cy="1609552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4244035" y="3522343"/>
            <a:ext cx="1390873" cy="0"/>
          </a:xfrm>
          <a:prstGeom prst="straightConnector1">
            <a:avLst/>
          </a:prstGeom>
          <a:ln w="19050">
            <a:round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27654" y="3125621"/>
            <a:ext cx="1072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Acts like: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448943"/>
              </p:ext>
            </p:extLst>
          </p:nvPr>
        </p:nvGraphicFramePr>
        <p:xfrm>
          <a:off x="92075" y="92075"/>
          <a:ext cx="25876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Packager Shell Object" showAsIcon="1" r:id="rId5" imgW="258120" imgH="347400" progId="Package">
                  <p:embed/>
                </p:oleObj>
              </mc:Choice>
              <mc:Fallback>
                <p:oleObj name="Packager Shell Object" showAsIcon="1" r:id="rId5" imgW="258120" imgH="3474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2075" y="92075"/>
                        <a:ext cx="258763" cy="347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30889">
            <a:off x="6198492" y="2723428"/>
            <a:ext cx="485775" cy="1543050"/>
          </a:xfrm>
          <a:prstGeom prst="rect">
            <a:avLst/>
          </a:prstGeom>
          <a:effectLst>
            <a:innerShdw blurRad="63500" dist="50800" dir="2700000">
              <a:prstClr val="black">
                <a:alpha val="26000"/>
              </a:prstClr>
            </a:innerShdw>
          </a:effectLst>
        </p:spPr>
      </p:pic>
      <p:sp>
        <p:nvSpPr>
          <p:cNvPr id="24" name="TextBox 23"/>
          <p:cNvSpPr txBox="1"/>
          <p:nvPr/>
        </p:nvSpPr>
        <p:spPr>
          <a:xfrm>
            <a:off x="1175166" y="5107853"/>
            <a:ext cx="53991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atoms can be act like magnet like C, F and P (CNMR, FNMR, PNMR)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Odd number of protons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Odd number of Neutrons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(Deuterium)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6955023" y="3310287"/>
            <a:ext cx="360177" cy="777516"/>
          </a:xfrm>
          <a:prstGeom prst="straightConnector1">
            <a:avLst/>
          </a:prstGeom>
          <a:ln w="31750">
            <a:solidFill>
              <a:srgbClr val="954E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6908592" y="3923607"/>
            <a:ext cx="201388" cy="91440"/>
          </a:xfrm>
          <a:prstGeom prst="line">
            <a:avLst/>
          </a:prstGeom>
          <a:ln w="25400">
            <a:solidFill>
              <a:srgbClr val="954E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787318" y="4331791"/>
            <a:ext cx="6490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1. Schematic of hydrogen atom and its similarity to magnet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80074" y="1007610"/>
            <a:ext cx="1093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Sample preparation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86578" y="1115331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 rot="1559128">
            <a:off x="7078033" y="3613843"/>
            <a:ext cx="339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893BC3"/>
                </a:solidFill>
              </a:rPr>
              <a:t>B</a:t>
            </a:r>
            <a:endParaRPr lang="en-US" dirty="0">
              <a:solidFill>
                <a:srgbClr val="893B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36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0800000" flipH="1">
            <a:off x="506508" y="956995"/>
            <a:ext cx="7475054" cy="639272"/>
          </a:xfrm>
          <a:custGeom>
            <a:avLst/>
            <a:gdLst>
              <a:gd name="connsiteX0" fmla="*/ 4335854 w 9966739"/>
              <a:gd name="connsiteY0" fmla="*/ 835738 h 852363"/>
              <a:gd name="connsiteX1" fmla="*/ 3991899 w 9966739"/>
              <a:gd name="connsiteY1" fmla="*/ 835738 h 852363"/>
              <a:gd name="connsiteX2" fmla="*/ 4335854 w 9966739"/>
              <a:gd name="connsiteY2" fmla="*/ 417870 h 852363"/>
              <a:gd name="connsiteX3" fmla="*/ 3991899 w 9966739"/>
              <a:gd name="connsiteY3" fmla="*/ 2 h 852363"/>
              <a:gd name="connsiteX4" fmla="*/ 4335854 w 9966739"/>
              <a:gd name="connsiteY4" fmla="*/ 2 h 852363"/>
              <a:gd name="connsiteX5" fmla="*/ 4679809 w 9966739"/>
              <a:gd name="connsiteY5" fmla="*/ 417870 h 852363"/>
              <a:gd name="connsiteX6" fmla="*/ 1132475 w 9966739"/>
              <a:gd name="connsiteY6" fmla="*/ 835738 h 852363"/>
              <a:gd name="connsiteX7" fmla="*/ 0 w 9966739"/>
              <a:gd name="connsiteY7" fmla="*/ 835738 h 852363"/>
              <a:gd name="connsiteX8" fmla="*/ 0 w 9966739"/>
              <a:gd name="connsiteY8" fmla="*/ 1 h 852363"/>
              <a:gd name="connsiteX9" fmla="*/ 1132475 w 9966739"/>
              <a:gd name="connsiteY9" fmla="*/ 1 h 852363"/>
              <a:gd name="connsiteX10" fmla="*/ 1550343 w 9966739"/>
              <a:gd name="connsiteY10" fmla="*/ 417870 h 852363"/>
              <a:gd name="connsiteX11" fmla="*/ 1737498 w 9966739"/>
              <a:gd name="connsiteY11" fmla="*/ 835739 h 852363"/>
              <a:gd name="connsiteX12" fmla="*/ 1411576 w 9966739"/>
              <a:gd name="connsiteY12" fmla="*/ 835739 h 852363"/>
              <a:gd name="connsiteX13" fmla="*/ 1737498 w 9966739"/>
              <a:gd name="connsiteY13" fmla="*/ 417871 h 852363"/>
              <a:gd name="connsiteX14" fmla="*/ 1411576 w 9966739"/>
              <a:gd name="connsiteY14" fmla="*/ 3 h 852363"/>
              <a:gd name="connsiteX15" fmla="*/ 1737498 w 9966739"/>
              <a:gd name="connsiteY15" fmla="*/ 3 h 852363"/>
              <a:gd name="connsiteX16" fmla="*/ 2063420 w 9966739"/>
              <a:gd name="connsiteY16" fmla="*/ 417871 h 852363"/>
              <a:gd name="connsiteX17" fmla="*/ 6960549 w 9966739"/>
              <a:gd name="connsiteY17" fmla="*/ 835740 h 852363"/>
              <a:gd name="connsiteX18" fmla="*/ 6627034 w 9966739"/>
              <a:gd name="connsiteY18" fmla="*/ 835740 h 852363"/>
              <a:gd name="connsiteX19" fmla="*/ 6960549 w 9966739"/>
              <a:gd name="connsiteY19" fmla="*/ 417871 h 852363"/>
              <a:gd name="connsiteX20" fmla="*/ 6627034 w 9966739"/>
              <a:gd name="connsiteY20" fmla="*/ 2 h 852363"/>
              <a:gd name="connsiteX21" fmla="*/ 6960549 w 9966739"/>
              <a:gd name="connsiteY21" fmla="*/ 2 h 852363"/>
              <a:gd name="connsiteX22" fmla="*/ 7294061 w 9966739"/>
              <a:gd name="connsiteY22" fmla="*/ 417871 h 852363"/>
              <a:gd name="connsiteX23" fmla="*/ 6358905 w 9966739"/>
              <a:gd name="connsiteY23" fmla="*/ 852360 h 852363"/>
              <a:gd name="connsiteX24" fmla="*/ 5234741 w 9966739"/>
              <a:gd name="connsiteY24" fmla="*/ 852360 h 852363"/>
              <a:gd name="connsiteX25" fmla="*/ 5234741 w 9966739"/>
              <a:gd name="connsiteY25" fmla="*/ 1 h 852363"/>
              <a:gd name="connsiteX26" fmla="*/ 6358905 w 9966739"/>
              <a:gd name="connsiteY26" fmla="*/ 1 h 852363"/>
              <a:gd name="connsiteX27" fmla="*/ 6785084 w 9966739"/>
              <a:gd name="connsiteY27" fmla="*/ 426181 h 852363"/>
              <a:gd name="connsiteX28" fmla="*/ 8979392 w 9966739"/>
              <a:gd name="connsiteY28" fmla="*/ 852361 h 852363"/>
              <a:gd name="connsiteX29" fmla="*/ 7855229 w 9966739"/>
              <a:gd name="connsiteY29" fmla="*/ 852361 h 852363"/>
              <a:gd name="connsiteX30" fmla="*/ 7855229 w 9966739"/>
              <a:gd name="connsiteY30" fmla="*/ 1 h 852363"/>
              <a:gd name="connsiteX31" fmla="*/ 8979392 w 9966739"/>
              <a:gd name="connsiteY31" fmla="*/ 1 h 852363"/>
              <a:gd name="connsiteX32" fmla="*/ 9405572 w 9966739"/>
              <a:gd name="connsiteY32" fmla="*/ 426181 h 852363"/>
              <a:gd name="connsiteX33" fmla="*/ 3738414 w 9966739"/>
              <a:gd name="connsiteY33" fmla="*/ 852362 h 852363"/>
              <a:gd name="connsiteX34" fmla="*/ 2614252 w 9966739"/>
              <a:gd name="connsiteY34" fmla="*/ 852362 h 852363"/>
              <a:gd name="connsiteX35" fmla="*/ 2614252 w 9966739"/>
              <a:gd name="connsiteY35" fmla="*/ 0 h 852363"/>
              <a:gd name="connsiteX36" fmla="*/ 3738414 w 9966739"/>
              <a:gd name="connsiteY36" fmla="*/ 0 h 852363"/>
              <a:gd name="connsiteX37" fmla="*/ 4164595 w 9966739"/>
              <a:gd name="connsiteY37" fmla="*/ 426181 h 852363"/>
              <a:gd name="connsiteX38" fmla="*/ 9586713 w 9966739"/>
              <a:gd name="connsiteY38" fmla="*/ 852363 h 852363"/>
              <a:gd name="connsiteX39" fmla="*/ 9206687 w 9966739"/>
              <a:gd name="connsiteY39" fmla="*/ 852363 h 852363"/>
              <a:gd name="connsiteX40" fmla="*/ 9586713 w 9966739"/>
              <a:gd name="connsiteY40" fmla="*/ 426182 h 852363"/>
              <a:gd name="connsiteX41" fmla="*/ 9206687 w 9966739"/>
              <a:gd name="connsiteY41" fmla="*/ 1 h 852363"/>
              <a:gd name="connsiteX42" fmla="*/ 9586713 w 9966739"/>
              <a:gd name="connsiteY42" fmla="*/ 1 h 852363"/>
              <a:gd name="connsiteX43" fmla="*/ 9966739 w 9966739"/>
              <a:gd name="connsiteY43" fmla="*/ 426182 h 8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966739" h="852363">
                <a:moveTo>
                  <a:pt x="4335854" y="835738"/>
                </a:moveTo>
                <a:lnTo>
                  <a:pt x="3991899" y="835738"/>
                </a:lnTo>
                <a:lnTo>
                  <a:pt x="4335854" y="417870"/>
                </a:lnTo>
                <a:lnTo>
                  <a:pt x="3991899" y="2"/>
                </a:lnTo>
                <a:lnTo>
                  <a:pt x="4335854" y="2"/>
                </a:lnTo>
                <a:lnTo>
                  <a:pt x="4679809" y="417870"/>
                </a:lnTo>
                <a:close/>
                <a:moveTo>
                  <a:pt x="1132475" y="835738"/>
                </a:moveTo>
                <a:lnTo>
                  <a:pt x="0" y="835738"/>
                </a:lnTo>
                <a:lnTo>
                  <a:pt x="0" y="1"/>
                </a:lnTo>
                <a:lnTo>
                  <a:pt x="1132475" y="1"/>
                </a:lnTo>
                <a:lnTo>
                  <a:pt x="1550343" y="417870"/>
                </a:lnTo>
                <a:close/>
                <a:moveTo>
                  <a:pt x="1737498" y="835739"/>
                </a:moveTo>
                <a:lnTo>
                  <a:pt x="1411576" y="835739"/>
                </a:lnTo>
                <a:lnTo>
                  <a:pt x="1737498" y="417871"/>
                </a:lnTo>
                <a:lnTo>
                  <a:pt x="1411576" y="3"/>
                </a:lnTo>
                <a:lnTo>
                  <a:pt x="1737498" y="3"/>
                </a:lnTo>
                <a:lnTo>
                  <a:pt x="2063420" y="417871"/>
                </a:lnTo>
                <a:close/>
                <a:moveTo>
                  <a:pt x="6960549" y="835740"/>
                </a:moveTo>
                <a:lnTo>
                  <a:pt x="6627034" y="835740"/>
                </a:lnTo>
                <a:lnTo>
                  <a:pt x="6960549" y="417871"/>
                </a:lnTo>
                <a:lnTo>
                  <a:pt x="6627034" y="2"/>
                </a:lnTo>
                <a:lnTo>
                  <a:pt x="6960549" y="2"/>
                </a:lnTo>
                <a:lnTo>
                  <a:pt x="7294061" y="417871"/>
                </a:lnTo>
                <a:close/>
                <a:moveTo>
                  <a:pt x="6358905" y="852360"/>
                </a:moveTo>
                <a:lnTo>
                  <a:pt x="5234741" y="852360"/>
                </a:lnTo>
                <a:lnTo>
                  <a:pt x="5234741" y="1"/>
                </a:lnTo>
                <a:lnTo>
                  <a:pt x="6358905" y="1"/>
                </a:lnTo>
                <a:lnTo>
                  <a:pt x="6785084" y="426181"/>
                </a:lnTo>
                <a:close/>
                <a:moveTo>
                  <a:pt x="8979392" y="852361"/>
                </a:moveTo>
                <a:lnTo>
                  <a:pt x="7855229" y="852361"/>
                </a:lnTo>
                <a:lnTo>
                  <a:pt x="7855229" y="1"/>
                </a:lnTo>
                <a:lnTo>
                  <a:pt x="8979392" y="1"/>
                </a:lnTo>
                <a:lnTo>
                  <a:pt x="9405572" y="426181"/>
                </a:lnTo>
                <a:close/>
                <a:moveTo>
                  <a:pt x="3738414" y="852362"/>
                </a:moveTo>
                <a:lnTo>
                  <a:pt x="2614252" y="852362"/>
                </a:lnTo>
                <a:lnTo>
                  <a:pt x="2614252" y="0"/>
                </a:lnTo>
                <a:lnTo>
                  <a:pt x="3738414" y="0"/>
                </a:lnTo>
                <a:lnTo>
                  <a:pt x="4164595" y="426181"/>
                </a:lnTo>
                <a:close/>
                <a:moveTo>
                  <a:pt x="9586713" y="852363"/>
                </a:moveTo>
                <a:lnTo>
                  <a:pt x="9206687" y="852363"/>
                </a:lnTo>
                <a:lnTo>
                  <a:pt x="9586713" y="426182"/>
                </a:lnTo>
                <a:lnTo>
                  <a:pt x="9206687" y="1"/>
                </a:lnTo>
                <a:lnTo>
                  <a:pt x="9586713" y="1"/>
                </a:lnTo>
                <a:lnTo>
                  <a:pt x="9966739" y="4261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2450176" y="956994"/>
            <a:ext cx="1197032" cy="642158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Chevron 5"/>
          <p:cNvSpPr/>
          <p:nvPr/>
        </p:nvSpPr>
        <p:spPr>
          <a:xfrm>
            <a:off x="3478877" y="956994"/>
            <a:ext cx="548639" cy="639274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7" name="Half Frame 6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88345" y="1101250"/>
            <a:ext cx="1014887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7543" y="1121299"/>
            <a:ext cx="115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3" name="Slide Number Placeholder 11"/>
          <p:cNvSpPr txBox="1">
            <a:spLocks/>
          </p:cNvSpPr>
          <p:nvPr/>
        </p:nvSpPr>
        <p:spPr>
          <a:xfrm>
            <a:off x="3577508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5</a:t>
            </a:r>
          </a:p>
        </p:txBody>
      </p:sp>
      <p:sp>
        <p:nvSpPr>
          <p:cNvPr id="2" name="Rectangle 1"/>
          <p:cNvSpPr/>
          <p:nvPr/>
        </p:nvSpPr>
        <p:spPr>
          <a:xfrm>
            <a:off x="1941283" y="2955994"/>
            <a:ext cx="2422039" cy="274320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  <a:lumMod val="89000"/>
                </a:srgbClr>
              </a:gs>
              <a:gs pos="41000">
                <a:srgbClr val="FF0000">
                  <a:shade val="67500"/>
                  <a:satMod val="115000"/>
                </a:srgbClr>
              </a:gs>
              <a:gs pos="100000">
                <a:srgbClr val="FF0000">
                  <a:lumMod val="58000"/>
                  <a:lumOff val="42000"/>
                </a:srgbClr>
              </a:gs>
            </a:gsLst>
            <a:lin ang="16200000" scaled="1"/>
            <a:tileRect/>
          </a:gradFill>
          <a:ln>
            <a:solidFill>
              <a:schemeClr val="accent1">
                <a:shade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941283" y="3313441"/>
            <a:ext cx="2422039" cy="2518756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  <a:lumMod val="74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  <a:lumMod val="92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431366" y="2877608"/>
            <a:ext cx="123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agnet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l="12800" t="17956" r="22552" b="3863"/>
          <a:stretch/>
        </p:blipFill>
        <p:spPr>
          <a:xfrm rot="2703325">
            <a:off x="2761962" y="3782678"/>
            <a:ext cx="332509" cy="1429790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V="1">
            <a:off x="2950531" y="4533347"/>
            <a:ext cx="525940" cy="466718"/>
          </a:xfrm>
          <a:prstGeom prst="straightConnector1">
            <a:avLst/>
          </a:prstGeom>
          <a:ln w="31750">
            <a:solidFill>
              <a:srgbClr val="954E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920688" y="4825634"/>
            <a:ext cx="197512" cy="196501"/>
          </a:xfrm>
          <a:prstGeom prst="line">
            <a:avLst/>
          </a:prstGeom>
          <a:ln w="25400">
            <a:solidFill>
              <a:srgbClr val="954E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2410205" y="3320601"/>
            <a:ext cx="8313" cy="251875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016394" y="3324522"/>
            <a:ext cx="8313" cy="251875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656476" y="3324523"/>
            <a:ext cx="8313" cy="251875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53408" y="5545992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773839" y="2941332"/>
            <a:ext cx="2422039" cy="274320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  <a:lumMod val="89000"/>
                </a:srgbClr>
              </a:gs>
              <a:gs pos="41000">
                <a:srgbClr val="FF0000">
                  <a:shade val="67500"/>
                  <a:satMod val="115000"/>
                </a:srgbClr>
              </a:gs>
              <a:gs pos="100000">
                <a:srgbClr val="FF0000">
                  <a:lumMod val="58000"/>
                  <a:lumOff val="42000"/>
                </a:srgbClr>
              </a:gs>
            </a:gsLst>
            <a:lin ang="16200000" scaled="1"/>
            <a:tileRect/>
          </a:gradFill>
          <a:ln>
            <a:solidFill>
              <a:schemeClr val="accent1">
                <a:shade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773839" y="3298779"/>
            <a:ext cx="2422039" cy="2518756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  <a:lumMod val="74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  <a:lumMod val="92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6263922" y="2862946"/>
            <a:ext cx="123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agnet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3"/>
          <a:srcRect l="12800" t="17956" r="22552" b="3863"/>
          <a:stretch/>
        </p:blipFill>
        <p:spPr>
          <a:xfrm rot="10800000">
            <a:off x="6761967" y="3756934"/>
            <a:ext cx="332509" cy="1429790"/>
          </a:xfrm>
          <a:prstGeom prst="rect">
            <a:avLst/>
          </a:prstGeom>
        </p:spPr>
      </p:pic>
      <p:cxnSp>
        <p:nvCxnSpPr>
          <p:cNvPr id="40" name="Straight Arrow Connector 39"/>
          <p:cNvCxnSpPr/>
          <p:nvPr/>
        </p:nvCxnSpPr>
        <p:spPr>
          <a:xfrm>
            <a:off x="7157836" y="4167547"/>
            <a:ext cx="9774" cy="766070"/>
          </a:xfrm>
          <a:prstGeom prst="straightConnector1">
            <a:avLst/>
          </a:prstGeom>
          <a:ln w="31750">
            <a:solidFill>
              <a:srgbClr val="954E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-180000">
            <a:off x="7056194" y="4293538"/>
            <a:ext cx="202620" cy="16624"/>
          </a:xfrm>
          <a:prstGeom prst="line">
            <a:avLst/>
          </a:prstGeom>
          <a:ln w="25400">
            <a:solidFill>
              <a:srgbClr val="954E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6242761" y="3305939"/>
            <a:ext cx="8313" cy="251875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848950" y="3309860"/>
            <a:ext cx="8313" cy="251875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7489032" y="3309861"/>
            <a:ext cx="8313" cy="251875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85954" y="5531330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6508" y="3245863"/>
            <a:ext cx="1063452" cy="249299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n-US" sz="2800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B</a:t>
            </a:r>
          </a:p>
          <a:p>
            <a:pPr algn="ctr"/>
            <a:endParaRPr lang="en-US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magnetic field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9833" y="2048255"/>
            <a:ext cx="2082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Deshielded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782724" y="6000750"/>
            <a:ext cx="4577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2. Magnet spinning inside magnetic field (</a:t>
            </a:r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Deshielded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765565" y="3558906"/>
            <a:ext cx="0" cy="1227221"/>
          </a:xfrm>
          <a:prstGeom prst="straightConnector1">
            <a:avLst/>
          </a:prstGeom>
          <a:ln w="1492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380074" y="1007610"/>
            <a:ext cx="1093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Sample preparation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86578" y="1115331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46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 rot="10800000" flipH="1">
            <a:off x="506508" y="956995"/>
            <a:ext cx="7475054" cy="639272"/>
          </a:xfrm>
          <a:custGeom>
            <a:avLst/>
            <a:gdLst>
              <a:gd name="connsiteX0" fmla="*/ 4335854 w 9966739"/>
              <a:gd name="connsiteY0" fmla="*/ 835738 h 852363"/>
              <a:gd name="connsiteX1" fmla="*/ 3991899 w 9966739"/>
              <a:gd name="connsiteY1" fmla="*/ 835738 h 852363"/>
              <a:gd name="connsiteX2" fmla="*/ 4335854 w 9966739"/>
              <a:gd name="connsiteY2" fmla="*/ 417870 h 852363"/>
              <a:gd name="connsiteX3" fmla="*/ 3991899 w 9966739"/>
              <a:gd name="connsiteY3" fmla="*/ 2 h 852363"/>
              <a:gd name="connsiteX4" fmla="*/ 4335854 w 9966739"/>
              <a:gd name="connsiteY4" fmla="*/ 2 h 852363"/>
              <a:gd name="connsiteX5" fmla="*/ 4679809 w 9966739"/>
              <a:gd name="connsiteY5" fmla="*/ 417870 h 852363"/>
              <a:gd name="connsiteX6" fmla="*/ 1132475 w 9966739"/>
              <a:gd name="connsiteY6" fmla="*/ 835738 h 852363"/>
              <a:gd name="connsiteX7" fmla="*/ 0 w 9966739"/>
              <a:gd name="connsiteY7" fmla="*/ 835738 h 852363"/>
              <a:gd name="connsiteX8" fmla="*/ 0 w 9966739"/>
              <a:gd name="connsiteY8" fmla="*/ 1 h 852363"/>
              <a:gd name="connsiteX9" fmla="*/ 1132475 w 9966739"/>
              <a:gd name="connsiteY9" fmla="*/ 1 h 852363"/>
              <a:gd name="connsiteX10" fmla="*/ 1550343 w 9966739"/>
              <a:gd name="connsiteY10" fmla="*/ 417870 h 852363"/>
              <a:gd name="connsiteX11" fmla="*/ 1737498 w 9966739"/>
              <a:gd name="connsiteY11" fmla="*/ 835739 h 852363"/>
              <a:gd name="connsiteX12" fmla="*/ 1411576 w 9966739"/>
              <a:gd name="connsiteY12" fmla="*/ 835739 h 852363"/>
              <a:gd name="connsiteX13" fmla="*/ 1737498 w 9966739"/>
              <a:gd name="connsiteY13" fmla="*/ 417871 h 852363"/>
              <a:gd name="connsiteX14" fmla="*/ 1411576 w 9966739"/>
              <a:gd name="connsiteY14" fmla="*/ 3 h 852363"/>
              <a:gd name="connsiteX15" fmla="*/ 1737498 w 9966739"/>
              <a:gd name="connsiteY15" fmla="*/ 3 h 852363"/>
              <a:gd name="connsiteX16" fmla="*/ 2063420 w 9966739"/>
              <a:gd name="connsiteY16" fmla="*/ 417871 h 852363"/>
              <a:gd name="connsiteX17" fmla="*/ 6960549 w 9966739"/>
              <a:gd name="connsiteY17" fmla="*/ 835740 h 852363"/>
              <a:gd name="connsiteX18" fmla="*/ 6627034 w 9966739"/>
              <a:gd name="connsiteY18" fmla="*/ 835740 h 852363"/>
              <a:gd name="connsiteX19" fmla="*/ 6960549 w 9966739"/>
              <a:gd name="connsiteY19" fmla="*/ 417871 h 852363"/>
              <a:gd name="connsiteX20" fmla="*/ 6627034 w 9966739"/>
              <a:gd name="connsiteY20" fmla="*/ 2 h 852363"/>
              <a:gd name="connsiteX21" fmla="*/ 6960549 w 9966739"/>
              <a:gd name="connsiteY21" fmla="*/ 2 h 852363"/>
              <a:gd name="connsiteX22" fmla="*/ 7294061 w 9966739"/>
              <a:gd name="connsiteY22" fmla="*/ 417871 h 852363"/>
              <a:gd name="connsiteX23" fmla="*/ 6358905 w 9966739"/>
              <a:gd name="connsiteY23" fmla="*/ 852360 h 852363"/>
              <a:gd name="connsiteX24" fmla="*/ 5234741 w 9966739"/>
              <a:gd name="connsiteY24" fmla="*/ 852360 h 852363"/>
              <a:gd name="connsiteX25" fmla="*/ 5234741 w 9966739"/>
              <a:gd name="connsiteY25" fmla="*/ 1 h 852363"/>
              <a:gd name="connsiteX26" fmla="*/ 6358905 w 9966739"/>
              <a:gd name="connsiteY26" fmla="*/ 1 h 852363"/>
              <a:gd name="connsiteX27" fmla="*/ 6785084 w 9966739"/>
              <a:gd name="connsiteY27" fmla="*/ 426181 h 852363"/>
              <a:gd name="connsiteX28" fmla="*/ 8979392 w 9966739"/>
              <a:gd name="connsiteY28" fmla="*/ 852361 h 852363"/>
              <a:gd name="connsiteX29" fmla="*/ 7855229 w 9966739"/>
              <a:gd name="connsiteY29" fmla="*/ 852361 h 852363"/>
              <a:gd name="connsiteX30" fmla="*/ 7855229 w 9966739"/>
              <a:gd name="connsiteY30" fmla="*/ 1 h 852363"/>
              <a:gd name="connsiteX31" fmla="*/ 8979392 w 9966739"/>
              <a:gd name="connsiteY31" fmla="*/ 1 h 852363"/>
              <a:gd name="connsiteX32" fmla="*/ 9405572 w 9966739"/>
              <a:gd name="connsiteY32" fmla="*/ 426181 h 852363"/>
              <a:gd name="connsiteX33" fmla="*/ 3738414 w 9966739"/>
              <a:gd name="connsiteY33" fmla="*/ 852362 h 852363"/>
              <a:gd name="connsiteX34" fmla="*/ 2614252 w 9966739"/>
              <a:gd name="connsiteY34" fmla="*/ 852362 h 852363"/>
              <a:gd name="connsiteX35" fmla="*/ 2614252 w 9966739"/>
              <a:gd name="connsiteY35" fmla="*/ 0 h 852363"/>
              <a:gd name="connsiteX36" fmla="*/ 3738414 w 9966739"/>
              <a:gd name="connsiteY36" fmla="*/ 0 h 852363"/>
              <a:gd name="connsiteX37" fmla="*/ 4164595 w 9966739"/>
              <a:gd name="connsiteY37" fmla="*/ 426181 h 852363"/>
              <a:gd name="connsiteX38" fmla="*/ 9586713 w 9966739"/>
              <a:gd name="connsiteY38" fmla="*/ 852363 h 852363"/>
              <a:gd name="connsiteX39" fmla="*/ 9206687 w 9966739"/>
              <a:gd name="connsiteY39" fmla="*/ 852363 h 852363"/>
              <a:gd name="connsiteX40" fmla="*/ 9586713 w 9966739"/>
              <a:gd name="connsiteY40" fmla="*/ 426182 h 852363"/>
              <a:gd name="connsiteX41" fmla="*/ 9206687 w 9966739"/>
              <a:gd name="connsiteY41" fmla="*/ 1 h 852363"/>
              <a:gd name="connsiteX42" fmla="*/ 9586713 w 9966739"/>
              <a:gd name="connsiteY42" fmla="*/ 1 h 852363"/>
              <a:gd name="connsiteX43" fmla="*/ 9966739 w 9966739"/>
              <a:gd name="connsiteY43" fmla="*/ 426182 h 8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966739" h="852363">
                <a:moveTo>
                  <a:pt x="4335854" y="835738"/>
                </a:moveTo>
                <a:lnTo>
                  <a:pt x="3991899" y="835738"/>
                </a:lnTo>
                <a:lnTo>
                  <a:pt x="4335854" y="417870"/>
                </a:lnTo>
                <a:lnTo>
                  <a:pt x="3991899" y="2"/>
                </a:lnTo>
                <a:lnTo>
                  <a:pt x="4335854" y="2"/>
                </a:lnTo>
                <a:lnTo>
                  <a:pt x="4679809" y="417870"/>
                </a:lnTo>
                <a:close/>
                <a:moveTo>
                  <a:pt x="1132475" y="835738"/>
                </a:moveTo>
                <a:lnTo>
                  <a:pt x="0" y="835738"/>
                </a:lnTo>
                <a:lnTo>
                  <a:pt x="0" y="1"/>
                </a:lnTo>
                <a:lnTo>
                  <a:pt x="1132475" y="1"/>
                </a:lnTo>
                <a:lnTo>
                  <a:pt x="1550343" y="417870"/>
                </a:lnTo>
                <a:close/>
                <a:moveTo>
                  <a:pt x="1737498" y="835739"/>
                </a:moveTo>
                <a:lnTo>
                  <a:pt x="1411576" y="835739"/>
                </a:lnTo>
                <a:lnTo>
                  <a:pt x="1737498" y="417871"/>
                </a:lnTo>
                <a:lnTo>
                  <a:pt x="1411576" y="3"/>
                </a:lnTo>
                <a:lnTo>
                  <a:pt x="1737498" y="3"/>
                </a:lnTo>
                <a:lnTo>
                  <a:pt x="2063420" y="417871"/>
                </a:lnTo>
                <a:close/>
                <a:moveTo>
                  <a:pt x="6960549" y="835740"/>
                </a:moveTo>
                <a:lnTo>
                  <a:pt x="6627034" y="835740"/>
                </a:lnTo>
                <a:lnTo>
                  <a:pt x="6960549" y="417871"/>
                </a:lnTo>
                <a:lnTo>
                  <a:pt x="6627034" y="2"/>
                </a:lnTo>
                <a:lnTo>
                  <a:pt x="6960549" y="2"/>
                </a:lnTo>
                <a:lnTo>
                  <a:pt x="7294061" y="417871"/>
                </a:lnTo>
                <a:close/>
                <a:moveTo>
                  <a:pt x="6358905" y="852360"/>
                </a:moveTo>
                <a:lnTo>
                  <a:pt x="5234741" y="852360"/>
                </a:lnTo>
                <a:lnTo>
                  <a:pt x="5234741" y="1"/>
                </a:lnTo>
                <a:lnTo>
                  <a:pt x="6358905" y="1"/>
                </a:lnTo>
                <a:lnTo>
                  <a:pt x="6785084" y="426181"/>
                </a:lnTo>
                <a:close/>
                <a:moveTo>
                  <a:pt x="8979392" y="852361"/>
                </a:moveTo>
                <a:lnTo>
                  <a:pt x="7855229" y="852361"/>
                </a:lnTo>
                <a:lnTo>
                  <a:pt x="7855229" y="1"/>
                </a:lnTo>
                <a:lnTo>
                  <a:pt x="8979392" y="1"/>
                </a:lnTo>
                <a:lnTo>
                  <a:pt x="9405572" y="426181"/>
                </a:lnTo>
                <a:close/>
                <a:moveTo>
                  <a:pt x="3738414" y="852362"/>
                </a:moveTo>
                <a:lnTo>
                  <a:pt x="2614252" y="852362"/>
                </a:lnTo>
                <a:lnTo>
                  <a:pt x="2614252" y="0"/>
                </a:lnTo>
                <a:lnTo>
                  <a:pt x="3738414" y="0"/>
                </a:lnTo>
                <a:lnTo>
                  <a:pt x="4164595" y="426181"/>
                </a:lnTo>
                <a:close/>
                <a:moveTo>
                  <a:pt x="9586713" y="852363"/>
                </a:moveTo>
                <a:lnTo>
                  <a:pt x="9206687" y="852363"/>
                </a:lnTo>
                <a:lnTo>
                  <a:pt x="9586713" y="426182"/>
                </a:lnTo>
                <a:lnTo>
                  <a:pt x="9206687" y="1"/>
                </a:lnTo>
                <a:lnTo>
                  <a:pt x="9586713" y="1"/>
                </a:lnTo>
                <a:lnTo>
                  <a:pt x="9966739" y="4261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Pentagon 8"/>
          <p:cNvSpPr/>
          <p:nvPr/>
        </p:nvSpPr>
        <p:spPr>
          <a:xfrm>
            <a:off x="2450176" y="956994"/>
            <a:ext cx="1197032" cy="642158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Chevron 9"/>
          <p:cNvSpPr/>
          <p:nvPr/>
        </p:nvSpPr>
        <p:spPr>
          <a:xfrm>
            <a:off x="3478877" y="956994"/>
            <a:ext cx="548639" cy="639274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13" name="Half Frame 12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7543" y="1121299"/>
            <a:ext cx="115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4346" y="1120380"/>
            <a:ext cx="1014887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lide Number Placeholder 11"/>
          <p:cNvSpPr txBox="1">
            <a:spLocks/>
          </p:cNvSpPr>
          <p:nvPr/>
        </p:nvSpPr>
        <p:spPr>
          <a:xfrm>
            <a:off x="3577508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645931" y="2984302"/>
            <a:ext cx="2422039" cy="274320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  <a:lumMod val="89000"/>
                </a:srgbClr>
              </a:gs>
              <a:gs pos="41000">
                <a:srgbClr val="FF0000">
                  <a:shade val="67500"/>
                  <a:satMod val="115000"/>
                </a:srgbClr>
              </a:gs>
              <a:gs pos="100000">
                <a:srgbClr val="FF0000">
                  <a:lumMod val="58000"/>
                  <a:lumOff val="42000"/>
                </a:srgbClr>
              </a:gs>
            </a:gsLst>
            <a:lin ang="16200000" scaled="1"/>
            <a:tileRect/>
          </a:gradFill>
          <a:ln>
            <a:solidFill>
              <a:schemeClr val="accent1">
                <a:shade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645931" y="3341749"/>
            <a:ext cx="2422039" cy="2518756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  <a:lumMod val="74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  <a:lumMod val="92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136014" y="2905916"/>
            <a:ext cx="123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agnet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3"/>
          <a:srcRect l="12800" t="17956" r="22552" b="3863"/>
          <a:stretch/>
        </p:blipFill>
        <p:spPr>
          <a:xfrm rot="2703325">
            <a:off x="2458297" y="3810986"/>
            <a:ext cx="332509" cy="1429790"/>
          </a:xfrm>
          <a:prstGeom prst="rect">
            <a:avLst/>
          </a:prstGeom>
        </p:spPr>
      </p:pic>
      <p:cxnSp>
        <p:nvCxnSpPr>
          <p:cNvPr id="28" name="Straight Arrow Connector 27"/>
          <p:cNvCxnSpPr/>
          <p:nvPr/>
        </p:nvCxnSpPr>
        <p:spPr>
          <a:xfrm flipV="1">
            <a:off x="2655179" y="4561655"/>
            <a:ext cx="525940" cy="466718"/>
          </a:xfrm>
          <a:prstGeom prst="straightConnector1">
            <a:avLst/>
          </a:prstGeom>
          <a:ln w="31750">
            <a:solidFill>
              <a:srgbClr val="954E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625336" y="4853942"/>
            <a:ext cx="197512" cy="196501"/>
          </a:xfrm>
          <a:prstGeom prst="line">
            <a:avLst/>
          </a:prstGeom>
          <a:ln w="25400">
            <a:solidFill>
              <a:srgbClr val="954E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2087272" y="3338264"/>
            <a:ext cx="5010" cy="788159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721042" y="3352830"/>
            <a:ext cx="2294" cy="42942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-300000" flipH="1">
            <a:off x="3325018" y="3352831"/>
            <a:ext cx="36106" cy="418861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540628" y="5574300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329119" y="3713972"/>
                <a:ext cx="36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119" y="3713972"/>
                <a:ext cx="362725" cy="369332"/>
              </a:xfrm>
              <a:prstGeom prst="rect">
                <a:avLst/>
              </a:prstGeom>
              <a:blipFill>
                <a:blip r:embed="rId4"/>
                <a:stretch>
                  <a:fillRect r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2772463" y="3558799"/>
                <a:ext cx="36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463" y="3558799"/>
                <a:ext cx="362725" cy="369332"/>
              </a:xfrm>
              <a:prstGeom prst="rect">
                <a:avLst/>
              </a:prstGeom>
              <a:blipFill>
                <a:blip r:embed="rId5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3271230" y="3725056"/>
                <a:ext cx="36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230" y="3725056"/>
                <a:ext cx="362725" cy="369332"/>
              </a:xfrm>
              <a:prstGeom prst="rect">
                <a:avLst/>
              </a:prstGeom>
              <a:blipFill>
                <a:blip r:embed="rId6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553866" y="4173942"/>
                <a:ext cx="36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866" y="4173942"/>
                <a:ext cx="362725" cy="369332"/>
              </a:xfrm>
              <a:prstGeom prst="rect">
                <a:avLst/>
              </a:prstGeom>
              <a:blipFill>
                <a:blip r:embed="rId7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3503986" y="4672707"/>
                <a:ext cx="36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986" y="4672707"/>
                <a:ext cx="362725" cy="369332"/>
              </a:xfrm>
              <a:prstGeom prst="rect">
                <a:avLst/>
              </a:prstGeom>
              <a:blipFill>
                <a:blip r:embed="rId8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3154849" y="5080029"/>
                <a:ext cx="36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849" y="5080029"/>
                <a:ext cx="362725" cy="369332"/>
              </a:xfrm>
              <a:prstGeom prst="rect">
                <a:avLst/>
              </a:prstGeom>
              <a:blipFill>
                <a:blip r:embed="rId9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2705963" y="5296160"/>
                <a:ext cx="36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963" y="5296160"/>
                <a:ext cx="362725" cy="369332"/>
              </a:xfrm>
              <a:prstGeom prst="rect">
                <a:avLst/>
              </a:prstGeom>
              <a:blipFill>
                <a:blip r:embed="rId10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2240450" y="5312788"/>
                <a:ext cx="36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450" y="5312788"/>
                <a:ext cx="362725" cy="369332"/>
              </a:xfrm>
              <a:prstGeom prst="rect">
                <a:avLst/>
              </a:prstGeom>
              <a:blipFill>
                <a:blip r:embed="rId11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1999382" y="3999376"/>
                <a:ext cx="36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382" y="3999376"/>
                <a:ext cx="362725" cy="369332"/>
              </a:xfrm>
              <a:prstGeom prst="rect">
                <a:avLst/>
              </a:prstGeom>
              <a:blipFill>
                <a:blip r:embed="rId12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1783252" y="4340197"/>
                <a:ext cx="36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252" y="4340197"/>
                <a:ext cx="362725" cy="369332"/>
              </a:xfrm>
              <a:prstGeom prst="rect">
                <a:avLst/>
              </a:prstGeom>
              <a:blipFill>
                <a:blip r:embed="rId13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1592052" y="4764144"/>
                <a:ext cx="36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052" y="4764144"/>
                <a:ext cx="362725" cy="369332"/>
              </a:xfrm>
              <a:prstGeom prst="rect">
                <a:avLst/>
              </a:prstGeom>
              <a:blipFill>
                <a:blip r:embed="rId14"/>
                <a:stretch>
                  <a:fillRect r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1824813" y="5171473"/>
                <a:ext cx="36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813" y="5171473"/>
                <a:ext cx="362725" cy="369332"/>
              </a:xfrm>
              <a:prstGeom prst="rect">
                <a:avLst/>
              </a:prstGeom>
              <a:blipFill>
                <a:blip r:embed="rId15"/>
                <a:stretch>
                  <a:fillRect r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/>
          <p:cNvCxnSpPr/>
          <p:nvPr/>
        </p:nvCxnSpPr>
        <p:spPr>
          <a:xfrm>
            <a:off x="3925667" y="3357696"/>
            <a:ext cx="8313" cy="251875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409616" y="5773011"/>
            <a:ext cx="162098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714485" y="5933807"/>
            <a:ext cx="222296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Diamagnetic shielded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246330" y="5460970"/>
            <a:ext cx="2795945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Diamagnetic shield disturbs the magnet from rotating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3360" y="2104177"/>
            <a:ext cx="2669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II) Shielded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048692" y="6276310"/>
            <a:ext cx="4577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3. Magnet spinning inside magnetic field (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hielded) 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7711631" y="1780924"/>
            <a:ext cx="0" cy="1227221"/>
          </a:xfrm>
          <a:prstGeom prst="straightConnector1">
            <a:avLst/>
          </a:prstGeom>
          <a:ln w="1492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921545" y="2209869"/>
            <a:ext cx="230943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magnetic field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flipV="1">
            <a:off x="7723033" y="3314161"/>
            <a:ext cx="0" cy="52893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028525" y="3415837"/>
            <a:ext cx="212959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 magnetic field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4606208" y="3999376"/>
            <a:ext cx="3671126" cy="0"/>
          </a:xfrm>
          <a:prstGeom prst="line">
            <a:avLst/>
          </a:prstGeom>
          <a:ln w="44450" cap="sq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7711631" y="4063721"/>
            <a:ext cx="11402" cy="1016308"/>
          </a:xfrm>
          <a:prstGeom prst="straightConnector1">
            <a:avLst/>
          </a:prstGeom>
          <a:ln w="1238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877666" y="4305984"/>
            <a:ext cx="235264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Effective magnetic field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4380074" y="1007610"/>
            <a:ext cx="1093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Sample preparation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486578" y="1115331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23926" y="3385206"/>
            <a:ext cx="1063452" cy="249299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n-US" sz="2800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B</a:t>
            </a:r>
          </a:p>
          <a:p>
            <a:pPr algn="ctr"/>
            <a:endParaRPr lang="en-US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magnetic field</a:t>
            </a:r>
          </a:p>
        </p:txBody>
      </p:sp>
      <p:cxnSp>
        <p:nvCxnSpPr>
          <p:cNvPr id="74" name="Straight Arrow Connector 73"/>
          <p:cNvCxnSpPr/>
          <p:nvPr/>
        </p:nvCxnSpPr>
        <p:spPr>
          <a:xfrm>
            <a:off x="782983" y="3698249"/>
            <a:ext cx="0" cy="1227221"/>
          </a:xfrm>
          <a:prstGeom prst="straightConnector1">
            <a:avLst/>
          </a:prstGeom>
          <a:ln w="1492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65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alf Frame 11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16" name="Slide Number Placeholder 11"/>
          <p:cNvSpPr txBox="1">
            <a:spLocks/>
          </p:cNvSpPr>
          <p:nvPr/>
        </p:nvSpPr>
        <p:spPr>
          <a:xfrm>
            <a:off x="3577508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4B8381B-B3BA-4C2C-B532-2A09B574A935}" type="slidenum">
              <a:rPr lang="en-US" smtClean="0"/>
              <a:pPr algn="ctr"/>
              <a:t>6</a:t>
            </a:fld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942592" y="1921201"/>
            <a:ext cx="4692316" cy="4616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effective= B Applied – B local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130968" y="2622884"/>
            <a:ext cx="1167064" cy="625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942592" y="2659548"/>
            <a:ext cx="1444109" cy="2034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67263" y="3017693"/>
            <a:ext cx="5329990" cy="46166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I)   B effective = B Applied – 0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67263" y="4462763"/>
            <a:ext cx="5329990" cy="46166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II)  B effective = B Applied – ( 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reeform 27"/>
          <p:cNvSpPr/>
          <p:nvPr/>
        </p:nvSpPr>
        <p:spPr>
          <a:xfrm rot="10800000" flipH="1">
            <a:off x="506508" y="956995"/>
            <a:ext cx="7475054" cy="639272"/>
          </a:xfrm>
          <a:custGeom>
            <a:avLst/>
            <a:gdLst>
              <a:gd name="connsiteX0" fmla="*/ 4335854 w 9966739"/>
              <a:gd name="connsiteY0" fmla="*/ 835738 h 852363"/>
              <a:gd name="connsiteX1" fmla="*/ 3991899 w 9966739"/>
              <a:gd name="connsiteY1" fmla="*/ 835738 h 852363"/>
              <a:gd name="connsiteX2" fmla="*/ 4335854 w 9966739"/>
              <a:gd name="connsiteY2" fmla="*/ 417870 h 852363"/>
              <a:gd name="connsiteX3" fmla="*/ 3991899 w 9966739"/>
              <a:gd name="connsiteY3" fmla="*/ 2 h 852363"/>
              <a:gd name="connsiteX4" fmla="*/ 4335854 w 9966739"/>
              <a:gd name="connsiteY4" fmla="*/ 2 h 852363"/>
              <a:gd name="connsiteX5" fmla="*/ 4679809 w 9966739"/>
              <a:gd name="connsiteY5" fmla="*/ 417870 h 852363"/>
              <a:gd name="connsiteX6" fmla="*/ 1132475 w 9966739"/>
              <a:gd name="connsiteY6" fmla="*/ 835738 h 852363"/>
              <a:gd name="connsiteX7" fmla="*/ 0 w 9966739"/>
              <a:gd name="connsiteY7" fmla="*/ 835738 h 852363"/>
              <a:gd name="connsiteX8" fmla="*/ 0 w 9966739"/>
              <a:gd name="connsiteY8" fmla="*/ 1 h 852363"/>
              <a:gd name="connsiteX9" fmla="*/ 1132475 w 9966739"/>
              <a:gd name="connsiteY9" fmla="*/ 1 h 852363"/>
              <a:gd name="connsiteX10" fmla="*/ 1550343 w 9966739"/>
              <a:gd name="connsiteY10" fmla="*/ 417870 h 852363"/>
              <a:gd name="connsiteX11" fmla="*/ 1737498 w 9966739"/>
              <a:gd name="connsiteY11" fmla="*/ 835739 h 852363"/>
              <a:gd name="connsiteX12" fmla="*/ 1411576 w 9966739"/>
              <a:gd name="connsiteY12" fmla="*/ 835739 h 852363"/>
              <a:gd name="connsiteX13" fmla="*/ 1737498 w 9966739"/>
              <a:gd name="connsiteY13" fmla="*/ 417871 h 852363"/>
              <a:gd name="connsiteX14" fmla="*/ 1411576 w 9966739"/>
              <a:gd name="connsiteY14" fmla="*/ 3 h 852363"/>
              <a:gd name="connsiteX15" fmla="*/ 1737498 w 9966739"/>
              <a:gd name="connsiteY15" fmla="*/ 3 h 852363"/>
              <a:gd name="connsiteX16" fmla="*/ 2063420 w 9966739"/>
              <a:gd name="connsiteY16" fmla="*/ 417871 h 852363"/>
              <a:gd name="connsiteX17" fmla="*/ 6960549 w 9966739"/>
              <a:gd name="connsiteY17" fmla="*/ 835740 h 852363"/>
              <a:gd name="connsiteX18" fmla="*/ 6627034 w 9966739"/>
              <a:gd name="connsiteY18" fmla="*/ 835740 h 852363"/>
              <a:gd name="connsiteX19" fmla="*/ 6960549 w 9966739"/>
              <a:gd name="connsiteY19" fmla="*/ 417871 h 852363"/>
              <a:gd name="connsiteX20" fmla="*/ 6627034 w 9966739"/>
              <a:gd name="connsiteY20" fmla="*/ 2 h 852363"/>
              <a:gd name="connsiteX21" fmla="*/ 6960549 w 9966739"/>
              <a:gd name="connsiteY21" fmla="*/ 2 h 852363"/>
              <a:gd name="connsiteX22" fmla="*/ 7294061 w 9966739"/>
              <a:gd name="connsiteY22" fmla="*/ 417871 h 852363"/>
              <a:gd name="connsiteX23" fmla="*/ 6358905 w 9966739"/>
              <a:gd name="connsiteY23" fmla="*/ 852360 h 852363"/>
              <a:gd name="connsiteX24" fmla="*/ 5234741 w 9966739"/>
              <a:gd name="connsiteY24" fmla="*/ 852360 h 852363"/>
              <a:gd name="connsiteX25" fmla="*/ 5234741 w 9966739"/>
              <a:gd name="connsiteY25" fmla="*/ 1 h 852363"/>
              <a:gd name="connsiteX26" fmla="*/ 6358905 w 9966739"/>
              <a:gd name="connsiteY26" fmla="*/ 1 h 852363"/>
              <a:gd name="connsiteX27" fmla="*/ 6785084 w 9966739"/>
              <a:gd name="connsiteY27" fmla="*/ 426181 h 852363"/>
              <a:gd name="connsiteX28" fmla="*/ 8979392 w 9966739"/>
              <a:gd name="connsiteY28" fmla="*/ 852361 h 852363"/>
              <a:gd name="connsiteX29" fmla="*/ 7855229 w 9966739"/>
              <a:gd name="connsiteY29" fmla="*/ 852361 h 852363"/>
              <a:gd name="connsiteX30" fmla="*/ 7855229 w 9966739"/>
              <a:gd name="connsiteY30" fmla="*/ 1 h 852363"/>
              <a:gd name="connsiteX31" fmla="*/ 8979392 w 9966739"/>
              <a:gd name="connsiteY31" fmla="*/ 1 h 852363"/>
              <a:gd name="connsiteX32" fmla="*/ 9405572 w 9966739"/>
              <a:gd name="connsiteY32" fmla="*/ 426181 h 852363"/>
              <a:gd name="connsiteX33" fmla="*/ 3738414 w 9966739"/>
              <a:gd name="connsiteY33" fmla="*/ 852362 h 852363"/>
              <a:gd name="connsiteX34" fmla="*/ 2614252 w 9966739"/>
              <a:gd name="connsiteY34" fmla="*/ 852362 h 852363"/>
              <a:gd name="connsiteX35" fmla="*/ 2614252 w 9966739"/>
              <a:gd name="connsiteY35" fmla="*/ 0 h 852363"/>
              <a:gd name="connsiteX36" fmla="*/ 3738414 w 9966739"/>
              <a:gd name="connsiteY36" fmla="*/ 0 h 852363"/>
              <a:gd name="connsiteX37" fmla="*/ 4164595 w 9966739"/>
              <a:gd name="connsiteY37" fmla="*/ 426181 h 852363"/>
              <a:gd name="connsiteX38" fmla="*/ 9586713 w 9966739"/>
              <a:gd name="connsiteY38" fmla="*/ 852363 h 852363"/>
              <a:gd name="connsiteX39" fmla="*/ 9206687 w 9966739"/>
              <a:gd name="connsiteY39" fmla="*/ 852363 h 852363"/>
              <a:gd name="connsiteX40" fmla="*/ 9586713 w 9966739"/>
              <a:gd name="connsiteY40" fmla="*/ 426182 h 852363"/>
              <a:gd name="connsiteX41" fmla="*/ 9206687 w 9966739"/>
              <a:gd name="connsiteY41" fmla="*/ 1 h 852363"/>
              <a:gd name="connsiteX42" fmla="*/ 9586713 w 9966739"/>
              <a:gd name="connsiteY42" fmla="*/ 1 h 852363"/>
              <a:gd name="connsiteX43" fmla="*/ 9966739 w 9966739"/>
              <a:gd name="connsiteY43" fmla="*/ 426182 h 8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966739" h="852363">
                <a:moveTo>
                  <a:pt x="4335854" y="835738"/>
                </a:moveTo>
                <a:lnTo>
                  <a:pt x="3991899" y="835738"/>
                </a:lnTo>
                <a:lnTo>
                  <a:pt x="4335854" y="417870"/>
                </a:lnTo>
                <a:lnTo>
                  <a:pt x="3991899" y="2"/>
                </a:lnTo>
                <a:lnTo>
                  <a:pt x="4335854" y="2"/>
                </a:lnTo>
                <a:lnTo>
                  <a:pt x="4679809" y="417870"/>
                </a:lnTo>
                <a:close/>
                <a:moveTo>
                  <a:pt x="1132475" y="835738"/>
                </a:moveTo>
                <a:lnTo>
                  <a:pt x="0" y="835738"/>
                </a:lnTo>
                <a:lnTo>
                  <a:pt x="0" y="1"/>
                </a:lnTo>
                <a:lnTo>
                  <a:pt x="1132475" y="1"/>
                </a:lnTo>
                <a:lnTo>
                  <a:pt x="1550343" y="417870"/>
                </a:lnTo>
                <a:close/>
                <a:moveTo>
                  <a:pt x="1737498" y="835739"/>
                </a:moveTo>
                <a:lnTo>
                  <a:pt x="1411576" y="835739"/>
                </a:lnTo>
                <a:lnTo>
                  <a:pt x="1737498" y="417871"/>
                </a:lnTo>
                <a:lnTo>
                  <a:pt x="1411576" y="3"/>
                </a:lnTo>
                <a:lnTo>
                  <a:pt x="1737498" y="3"/>
                </a:lnTo>
                <a:lnTo>
                  <a:pt x="2063420" y="417871"/>
                </a:lnTo>
                <a:close/>
                <a:moveTo>
                  <a:pt x="6960549" y="835740"/>
                </a:moveTo>
                <a:lnTo>
                  <a:pt x="6627034" y="835740"/>
                </a:lnTo>
                <a:lnTo>
                  <a:pt x="6960549" y="417871"/>
                </a:lnTo>
                <a:lnTo>
                  <a:pt x="6627034" y="2"/>
                </a:lnTo>
                <a:lnTo>
                  <a:pt x="6960549" y="2"/>
                </a:lnTo>
                <a:lnTo>
                  <a:pt x="7294061" y="417871"/>
                </a:lnTo>
                <a:close/>
                <a:moveTo>
                  <a:pt x="6358905" y="852360"/>
                </a:moveTo>
                <a:lnTo>
                  <a:pt x="5234741" y="852360"/>
                </a:lnTo>
                <a:lnTo>
                  <a:pt x="5234741" y="1"/>
                </a:lnTo>
                <a:lnTo>
                  <a:pt x="6358905" y="1"/>
                </a:lnTo>
                <a:lnTo>
                  <a:pt x="6785084" y="426181"/>
                </a:lnTo>
                <a:close/>
                <a:moveTo>
                  <a:pt x="8979392" y="852361"/>
                </a:moveTo>
                <a:lnTo>
                  <a:pt x="7855229" y="852361"/>
                </a:lnTo>
                <a:lnTo>
                  <a:pt x="7855229" y="1"/>
                </a:lnTo>
                <a:lnTo>
                  <a:pt x="8979392" y="1"/>
                </a:lnTo>
                <a:lnTo>
                  <a:pt x="9405572" y="426181"/>
                </a:lnTo>
                <a:close/>
                <a:moveTo>
                  <a:pt x="3738414" y="852362"/>
                </a:moveTo>
                <a:lnTo>
                  <a:pt x="2614252" y="852362"/>
                </a:lnTo>
                <a:lnTo>
                  <a:pt x="2614252" y="0"/>
                </a:lnTo>
                <a:lnTo>
                  <a:pt x="3738414" y="0"/>
                </a:lnTo>
                <a:lnTo>
                  <a:pt x="4164595" y="426181"/>
                </a:lnTo>
                <a:close/>
                <a:moveTo>
                  <a:pt x="9586713" y="852363"/>
                </a:moveTo>
                <a:lnTo>
                  <a:pt x="9206687" y="852363"/>
                </a:lnTo>
                <a:lnTo>
                  <a:pt x="9586713" y="426182"/>
                </a:lnTo>
                <a:lnTo>
                  <a:pt x="9206687" y="1"/>
                </a:lnTo>
                <a:lnTo>
                  <a:pt x="9586713" y="1"/>
                </a:lnTo>
                <a:lnTo>
                  <a:pt x="9966739" y="4261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Pentagon 28"/>
          <p:cNvSpPr/>
          <p:nvPr/>
        </p:nvSpPr>
        <p:spPr>
          <a:xfrm>
            <a:off x="2450176" y="956994"/>
            <a:ext cx="1197032" cy="642158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Chevron 29"/>
          <p:cNvSpPr/>
          <p:nvPr/>
        </p:nvSpPr>
        <p:spPr>
          <a:xfrm>
            <a:off x="3478877" y="956994"/>
            <a:ext cx="548639" cy="639274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14346" y="1120380"/>
            <a:ext cx="1014887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7543" y="1121299"/>
            <a:ext cx="115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0074" y="1007610"/>
            <a:ext cx="1093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Sample preparation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86578" y="1115331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 rot="1679115">
            <a:off x="1271719" y="2634181"/>
            <a:ext cx="12104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Deshielded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 rot="3265419">
            <a:off x="1345882" y="3664494"/>
            <a:ext cx="126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Shielded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8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 rot="10800000" flipH="1">
            <a:off x="506508" y="956995"/>
            <a:ext cx="7475054" cy="639272"/>
          </a:xfrm>
          <a:custGeom>
            <a:avLst/>
            <a:gdLst>
              <a:gd name="connsiteX0" fmla="*/ 4335854 w 9966739"/>
              <a:gd name="connsiteY0" fmla="*/ 835738 h 852363"/>
              <a:gd name="connsiteX1" fmla="*/ 3991899 w 9966739"/>
              <a:gd name="connsiteY1" fmla="*/ 835738 h 852363"/>
              <a:gd name="connsiteX2" fmla="*/ 4335854 w 9966739"/>
              <a:gd name="connsiteY2" fmla="*/ 417870 h 852363"/>
              <a:gd name="connsiteX3" fmla="*/ 3991899 w 9966739"/>
              <a:gd name="connsiteY3" fmla="*/ 2 h 852363"/>
              <a:gd name="connsiteX4" fmla="*/ 4335854 w 9966739"/>
              <a:gd name="connsiteY4" fmla="*/ 2 h 852363"/>
              <a:gd name="connsiteX5" fmla="*/ 4679809 w 9966739"/>
              <a:gd name="connsiteY5" fmla="*/ 417870 h 852363"/>
              <a:gd name="connsiteX6" fmla="*/ 1132475 w 9966739"/>
              <a:gd name="connsiteY6" fmla="*/ 835738 h 852363"/>
              <a:gd name="connsiteX7" fmla="*/ 0 w 9966739"/>
              <a:gd name="connsiteY7" fmla="*/ 835738 h 852363"/>
              <a:gd name="connsiteX8" fmla="*/ 0 w 9966739"/>
              <a:gd name="connsiteY8" fmla="*/ 1 h 852363"/>
              <a:gd name="connsiteX9" fmla="*/ 1132475 w 9966739"/>
              <a:gd name="connsiteY9" fmla="*/ 1 h 852363"/>
              <a:gd name="connsiteX10" fmla="*/ 1550343 w 9966739"/>
              <a:gd name="connsiteY10" fmla="*/ 417870 h 852363"/>
              <a:gd name="connsiteX11" fmla="*/ 1737498 w 9966739"/>
              <a:gd name="connsiteY11" fmla="*/ 835739 h 852363"/>
              <a:gd name="connsiteX12" fmla="*/ 1411576 w 9966739"/>
              <a:gd name="connsiteY12" fmla="*/ 835739 h 852363"/>
              <a:gd name="connsiteX13" fmla="*/ 1737498 w 9966739"/>
              <a:gd name="connsiteY13" fmla="*/ 417871 h 852363"/>
              <a:gd name="connsiteX14" fmla="*/ 1411576 w 9966739"/>
              <a:gd name="connsiteY14" fmla="*/ 3 h 852363"/>
              <a:gd name="connsiteX15" fmla="*/ 1737498 w 9966739"/>
              <a:gd name="connsiteY15" fmla="*/ 3 h 852363"/>
              <a:gd name="connsiteX16" fmla="*/ 2063420 w 9966739"/>
              <a:gd name="connsiteY16" fmla="*/ 417871 h 852363"/>
              <a:gd name="connsiteX17" fmla="*/ 6960549 w 9966739"/>
              <a:gd name="connsiteY17" fmla="*/ 835740 h 852363"/>
              <a:gd name="connsiteX18" fmla="*/ 6627034 w 9966739"/>
              <a:gd name="connsiteY18" fmla="*/ 835740 h 852363"/>
              <a:gd name="connsiteX19" fmla="*/ 6960549 w 9966739"/>
              <a:gd name="connsiteY19" fmla="*/ 417871 h 852363"/>
              <a:gd name="connsiteX20" fmla="*/ 6627034 w 9966739"/>
              <a:gd name="connsiteY20" fmla="*/ 2 h 852363"/>
              <a:gd name="connsiteX21" fmla="*/ 6960549 w 9966739"/>
              <a:gd name="connsiteY21" fmla="*/ 2 h 852363"/>
              <a:gd name="connsiteX22" fmla="*/ 7294061 w 9966739"/>
              <a:gd name="connsiteY22" fmla="*/ 417871 h 852363"/>
              <a:gd name="connsiteX23" fmla="*/ 6358905 w 9966739"/>
              <a:gd name="connsiteY23" fmla="*/ 852360 h 852363"/>
              <a:gd name="connsiteX24" fmla="*/ 5234741 w 9966739"/>
              <a:gd name="connsiteY24" fmla="*/ 852360 h 852363"/>
              <a:gd name="connsiteX25" fmla="*/ 5234741 w 9966739"/>
              <a:gd name="connsiteY25" fmla="*/ 1 h 852363"/>
              <a:gd name="connsiteX26" fmla="*/ 6358905 w 9966739"/>
              <a:gd name="connsiteY26" fmla="*/ 1 h 852363"/>
              <a:gd name="connsiteX27" fmla="*/ 6785084 w 9966739"/>
              <a:gd name="connsiteY27" fmla="*/ 426181 h 852363"/>
              <a:gd name="connsiteX28" fmla="*/ 8979392 w 9966739"/>
              <a:gd name="connsiteY28" fmla="*/ 852361 h 852363"/>
              <a:gd name="connsiteX29" fmla="*/ 7855229 w 9966739"/>
              <a:gd name="connsiteY29" fmla="*/ 852361 h 852363"/>
              <a:gd name="connsiteX30" fmla="*/ 7855229 w 9966739"/>
              <a:gd name="connsiteY30" fmla="*/ 1 h 852363"/>
              <a:gd name="connsiteX31" fmla="*/ 8979392 w 9966739"/>
              <a:gd name="connsiteY31" fmla="*/ 1 h 852363"/>
              <a:gd name="connsiteX32" fmla="*/ 9405572 w 9966739"/>
              <a:gd name="connsiteY32" fmla="*/ 426181 h 852363"/>
              <a:gd name="connsiteX33" fmla="*/ 3738414 w 9966739"/>
              <a:gd name="connsiteY33" fmla="*/ 852362 h 852363"/>
              <a:gd name="connsiteX34" fmla="*/ 2614252 w 9966739"/>
              <a:gd name="connsiteY34" fmla="*/ 852362 h 852363"/>
              <a:gd name="connsiteX35" fmla="*/ 2614252 w 9966739"/>
              <a:gd name="connsiteY35" fmla="*/ 0 h 852363"/>
              <a:gd name="connsiteX36" fmla="*/ 3738414 w 9966739"/>
              <a:gd name="connsiteY36" fmla="*/ 0 h 852363"/>
              <a:gd name="connsiteX37" fmla="*/ 4164595 w 9966739"/>
              <a:gd name="connsiteY37" fmla="*/ 426181 h 852363"/>
              <a:gd name="connsiteX38" fmla="*/ 9586713 w 9966739"/>
              <a:gd name="connsiteY38" fmla="*/ 852363 h 852363"/>
              <a:gd name="connsiteX39" fmla="*/ 9206687 w 9966739"/>
              <a:gd name="connsiteY39" fmla="*/ 852363 h 852363"/>
              <a:gd name="connsiteX40" fmla="*/ 9586713 w 9966739"/>
              <a:gd name="connsiteY40" fmla="*/ 426182 h 852363"/>
              <a:gd name="connsiteX41" fmla="*/ 9206687 w 9966739"/>
              <a:gd name="connsiteY41" fmla="*/ 1 h 852363"/>
              <a:gd name="connsiteX42" fmla="*/ 9586713 w 9966739"/>
              <a:gd name="connsiteY42" fmla="*/ 1 h 852363"/>
              <a:gd name="connsiteX43" fmla="*/ 9966739 w 9966739"/>
              <a:gd name="connsiteY43" fmla="*/ 426182 h 8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966739" h="852363">
                <a:moveTo>
                  <a:pt x="4335854" y="835738"/>
                </a:moveTo>
                <a:lnTo>
                  <a:pt x="3991899" y="835738"/>
                </a:lnTo>
                <a:lnTo>
                  <a:pt x="4335854" y="417870"/>
                </a:lnTo>
                <a:lnTo>
                  <a:pt x="3991899" y="2"/>
                </a:lnTo>
                <a:lnTo>
                  <a:pt x="4335854" y="2"/>
                </a:lnTo>
                <a:lnTo>
                  <a:pt x="4679809" y="417870"/>
                </a:lnTo>
                <a:close/>
                <a:moveTo>
                  <a:pt x="1132475" y="835738"/>
                </a:moveTo>
                <a:lnTo>
                  <a:pt x="0" y="835738"/>
                </a:lnTo>
                <a:lnTo>
                  <a:pt x="0" y="1"/>
                </a:lnTo>
                <a:lnTo>
                  <a:pt x="1132475" y="1"/>
                </a:lnTo>
                <a:lnTo>
                  <a:pt x="1550343" y="417870"/>
                </a:lnTo>
                <a:close/>
                <a:moveTo>
                  <a:pt x="1737498" y="835739"/>
                </a:moveTo>
                <a:lnTo>
                  <a:pt x="1411576" y="835739"/>
                </a:lnTo>
                <a:lnTo>
                  <a:pt x="1737498" y="417871"/>
                </a:lnTo>
                <a:lnTo>
                  <a:pt x="1411576" y="3"/>
                </a:lnTo>
                <a:lnTo>
                  <a:pt x="1737498" y="3"/>
                </a:lnTo>
                <a:lnTo>
                  <a:pt x="2063420" y="417871"/>
                </a:lnTo>
                <a:close/>
                <a:moveTo>
                  <a:pt x="6960549" y="835740"/>
                </a:moveTo>
                <a:lnTo>
                  <a:pt x="6627034" y="835740"/>
                </a:lnTo>
                <a:lnTo>
                  <a:pt x="6960549" y="417871"/>
                </a:lnTo>
                <a:lnTo>
                  <a:pt x="6627034" y="2"/>
                </a:lnTo>
                <a:lnTo>
                  <a:pt x="6960549" y="2"/>
                </a:lnTo>
                <a:lnTo>
                  <a:pt x="7294061" y="417871"/>
                </a:lnTo>
                <a:close/>
                <a:moveTo>
                  <a:pt x="6358905" y="852360"/>
                </a:moveTo>
                <a:lnTo>
                  <a:pt x="5234741" y="852360"/>
                </a:lnTo>
                <a:lnTo>
                  <a:pt x="5234741" y="1"/>
                </a:lnTo>
                <a:lnTo>
                  <a:pt x="6358905" y="1"/>
                </a:lnTo>
                <a:lnTo>
                  <a:pt x="6785084" y="426181"/>
                </a:lnTo>
                <a:close/>
                <a:moveTo>
                  <a:pt x="8979392" y="852361"/>
                </a:moveTo>
                <a:lnTo>
                  <a:pt x="7855229" y="852361"/>
                </a:lnTo>
                <a:lnTo>
                  <a:pt x="7855229" y="1"/>
                </a:lnTo>
                <a:lnTo>
                  <a:pt x="8979392" y="1"/>
                </a:lnTo>
                <a:lnTo>
                  <a:pt x="9405572" y="426181"/>
                </a:lnTo>
                <a:close/>
                <a:moveTo>
                  <a:pt x="3738414" y="852362"/>
                </a:moveTo>
                <a:lnTo>
                  <a:pt x="2614252" y="852362"/>
                </a:lnTo>
                <a:lnTo>
                  <a:pt x="2614252" y="0"/>
                </a:lnTo>
                <a:lnTo>
                  <a:pt x="3738414" y="0"/>
                </a:lnTo>
                <a:lnTo>
                  <a:pt x="4164595" y="426181"/>
                </a:lnTo>
                <a:close/>
                <a:moveTo>
                  <a:pt x="9586713" y="852363"/>
                </a:moveTo>
                <a:lnTo>
                  <a:pt x="9206687" y="852363"/>
                </a:lnTo>
                <a:lnTo>
                  <a:pt x="9586713" y="426182"/>
                </a:lnTo>
                <a:lnTo>
                  <a:pt x="9206687" y="1"/>
                </a:lnTo>
                <a:lnTo>
                  <a:pt x="9586713" y="1"/>
                </a:lnTo>
                <a:lnTo>
                  <a:pt x="9966739" y="4261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Pentagon 2"/>
          <p:cNvSpPr/>
          <p:nvPr/>
        </p:nvSpPr>
        <p:spPr>
          <a:xfrm>
            <a:off x="2450176" y="956994"/>
            <a:ext cx="1197032" cy="642158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Chevron 3"/>
          <p:cNvSpPr/>
          <p:nvPr/>
        </p:nvSpPr>
        <p:spPr>
          <a:xfrm>
            <a:off x="3478877" y="956994"/>
            <a:ext cx="548639" cy="639274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12" name="Half Frame 11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7543" y="1121299"/>
            <a:ext cx="115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1270" y="1115332"/>
            <a:ext cx="1014887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1"/>
          <p:cNvSpPr txBox="1">
            <a:spLocks/>
          </p:cNvSpPr>
          <p:nvPr/>
        </p:nvSpPr>
        <p:spPr>
          <a:xfrm>
            <a:off x="3577508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2256907" y="1617353"/>
            <a:ext cx="1676397" cy="158222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  <a:lumMod val="89000"/>
                </a:srgbClr>
              </a:gs>
              <a:gs pos="41000">
                <a:srgbClr val="FF0000">
                  <a:shade val="67500"/>
                  <a:satMod val="115000"/>
                </a:srgbClr>
              </a:gs>
              <a:gs pos="100000">
                <a:srgbClr val="FF0000">
                  <a:lumMod val="58000"/>
                  <a:lumOff val="42000"/>
                </a:srgbClr>
              </a:gs>
            </a:gsLst>
            <a:lin ang="16200000" scaled="1"/>
            <a:tileRect/>
          </a:gradFill>
          <a:ln>
            <a:solidFill>
              <a:schemeClr val="accent1">
                <a:shade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256907" y="1825167"/>
            <a:ext cx="1676397" cy="1452764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  <a:lumMod val="74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  <a:lumMod val="92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522546" y="1538967"/>
            <a:ext cx="1086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agnet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3258517" y="2328172"/>
            <a:ext cx="6765" cy="441853"/>
          </a:xfrm>
          <a:prstGeom prst="straightConnector1">
            <a:avLst/>
          </a:prstGeom>
          <a:ln w="31750">
            <a:solidFill>
              <a:srgbClr val="5826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181519" y="2401291"/>
            <a:ext cx="140551" cy="2235"/>
          </a:xfrm>
          <a:prstGeom prst="line">
            <a:avLst/>
          </a:prstGeom>
          <a:ln w="25400">
            <a:solidFill>
              <a:srgbClr val="5826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426571" y="1832327"/>
            <a:ext cx="5754" cy="1452764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032760" y="1836248"/>
            <a:ext cx="5754" cy="1452764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672842" y="1836249"/>
            <a:ext cx="5754" cy="1452764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35028" y="3090728"/>
            <a:ext cx="754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/>
          <a:srcRect l="12800" t="17956" r="22552" b="3863"/>
          <a:stretch/>
        </p:blipFill>
        <p:spPr>
          <a:xfrm rot="10800000">
            <a:off x="2922590" y="2071026"/>
            <a:ext cx="230144" cy="98962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2252881" y="3757623"/>
            <a:ext cx="1670856" cy="173823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  <a:lumMod val="89000"/>
                </a:srgbClr>
              </a:gs>
              <a:gs pos="41000">
                <a:srgbClr val="FF0000">
                  <a:shade val="67500"/>
                  <a:satMod val="115000"/>
                </a:srgbClr>
              </a:gs>
              <a:gs pos="100000">
                <a:srgbClr val="FF0000">
                  <a:lumMod val="58000"/>
                  <a:lumOff val="42000"/>
                </a:srgbClr>
              </a:gs>
            </a:gsLst>
            <a:lin ang="16200000" scaled="1"/>
            <a:tileRect/>
          </a:gradFill>
          <a:ln>
            <a:solidFill>
              <a:schemeClr val="accent1">
                <a:shade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262448" y="3976236"/>
            <a:ext cx="1670856" cy="1596014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  <a:lumMod val="74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  <a:lumMod val="92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2627842" y="3681724"/>
            <a:ext cx="849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agnet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3"/>
          <a:srcRect l="12800" t="17956" r="22552" b="3863"/>
          <a:stretch/>
        </p:blipFill>
        <p:spPr>
          <a:xfrm rot="2703325">
            <a:off x="2979738" y="4518788"/>
            <a:ext cx="214304" cy="921509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 rot="-2580000" flipV="1">
            <a:off x="3045507" y="5105502"/>
            <a:ext cx="432000" cy="0"/>
          </a:xfrm>
          <a:prstGeom prst="straightConnector1">
            <a:avLst/>
          </a:prstGeom>
          <a:ln w="31750">
            <a:solidFill>
              <a:srgbClr val="5826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600000">
            <a:off x="3101649" y="5151526"/>
            <a:ext cx="136255" cy="77314"/>
          </a:xfrm>
          <a:prstGeom prst="line">
            <a:avLst/>
          </a:prstGeom>
          <a:ln w="25400">
            <a:solidFill>
              <a:srgbClr val="5826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-60000" flipH="1">
            <a:off x="2384698" y="3973382"/>
            <a:ext cx="30262" cy="1614053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-240000" flipH="1">
            <a:off x="3004228" y="3971332"/>
            <a:ext cx="35150" cy="613322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-780000" flipH="1">
            <a:off x="3347422" y="3962774"/>
            <a:ext cx="100777" cy="494923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2937724" y="4446154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724" y="4446154"/>
                <a:ext cx="250228" cy="276999"/>
              </a:xfrm>
              <a:prstGeom prst="rect">
                <a:avLst/>
              </a:prstGeom>
              <a:blipFill>
                <a:blip r:embed="rId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3238704" y="4327547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704" y="4327547"/>
                <a:ext cx="250228" cy="276999"/>
              </a:xfrm>
              <a:prstGeom prst="rect">
                <a:avLst/>
              </a:prstGeom>
              <a:blipFill>
                <a:blip r:embed="rId5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3430550" y="4475923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550" y="4475923"/>
                <a:ext cx="250228" cy="276999"/>
              </a:xfrm>
              <a:prstGeom prst="rect">
                <a:avLst/>
              </a:prstGeom>
              <a:blipFill>
                <a:blip r:embed="rId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3480429" y="4741927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429" y="4741927"/>
                <a:ext cx="250228" cy="276999"/>
              </a:xfrm>
              <a:prstGeom prst="rect">
                <a:avLst/>
              </a:prstGeom>
              <a:blipFill>
                <a:blip r:embed="rId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3378021" y="5022814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021" y="5022814"/>
                <a:ext cx="250228" cy="276999"/>
              </a:xfrm>
              <a:prstGeom prst="rect">
                <a:avLst/>
              </a:prstGeom>
              <a:blipFill>
                <a:blip r:embed="rId5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3203028" y="5163670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028" y="5163670"/>
                <a:ext cx="250228" cy="276999"/>
              </a:xfrm>
              <a:prstGeom prst="rect">
                <a:avLst/>
              </a:prstGeom>
              <a:blipFill>
                <a:blip r:embed="rId7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2974457" y="5302170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457" y="5302170"/>
                <a:ext cx="250228" cy="276999"/>
              </a:xfrm>
              <a:prstGeom prst="rect">
                <a:avLst/>
              </a:prstGeom>
              <a:blipFill>
                <a:blip r:embed="rId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2491221" y="5207661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221" y="5207661"/>
                <a:ext cx="250228" cy="276999"/>
              </a:xfrm>
              <a:prstGeom prst="rect">
                <a:avLst/>
              </a:prstGeom>
              <a:blipFill>
                <a:blip r:embed="rId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2715916" y="4629362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916" y="4629362"/>
                <a:ext cx="250228" cy="276999"/>
              </a:xfrm>
              <a:prstGeom prst="rect">
                <a:avLst/>
              </a:prstGeom>
              <a:blipFill>
                <a:blip r:embed="rId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2549052" y="4789123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052" y="4789123"/>
                <a:ext cx="250228" cy="276999"/>
              </a:xfrm>
              <a:prstGeom prst="rect">
                <a:avLst/>
              </a:prstGeom>
              <a:blipFill>
                <a:blip r:embed="rId5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2693239" y="5338062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239" y="5338062"/>
                <a:ext cx="250228" cy="276999"/>
              </a:xfrm>
              <a:prstGeom prst="rect">
                <a:avLst/>
              </a:prstGeom>
              <a:blipFill>
                <a:blip r:embed="rId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/>
          <p:nvPr/>
        </p:nvCxnSpPr>
        <p:spPr>
          <a:xfrm>
            <a:off x="3785722" y="3975557"/>
            <a:ext cx="5735" cy="1596014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/>
              <p:cNvSpPr txBox="1"/>
              <p:nvPr/>
            </p:nvSpPr>
            <p:spPr>
              <a:xfrm>
                <a:off x="2435800" y="4969366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800" y="4969366"/>
                <a:ext cx="250228" cy="276999"/>
              </a:xfrm>
              <a:prstGeom prst="rect">
                <a:avLst/>
              </a:prstGeom>
              <a:blipFill>
                <a:blip r:embed="rId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/>
          <p:cNvCxnSpPr/>
          <p:nvPr/>
        </p:nvCxnSpPr>
        <p:spPr>
          <a:xfrm rot="-180000" flipH="1">
            <a:off x="2682801" y="3964787"/>
            <a:ext cx="35150" cy="897964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046113" y="5387813"/>
            <a:ext cx="754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Flowchart: Direct Access Storage 73"/>
          <p:cNvSpPr/>
          <p:nvPr/>
        </p:nvSpPr>
        <p:spPr>
          <a:xfrm>
            <a:off x="488628" y="4684171"/>
            <a:ext cx="870544" cy="444379"/>
          </a:xfrm>
          <a:prstGeom prst="flowChartMagneticDrum">
            <a:avLst/>
          </a:prstGeom>
          <a:gradFill flip="none" rotWithShape="1">
            <a:gsLst>
              <a:gs pos="0">
                <a:schemeClr val="bg1"/>
              </a:gs>
              <a:gs pos="47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42000"/>
                </a:schemeClr>
              </a:gs>
            </a:gsLst>
            <a:lin ang="1080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lowchart: Direct Access Storage 74"/>
          <p:cNvSpPr/>
          <p:nvPr/>
        </p:nvSpPr>
        <p:spPr>
          <a:xfrm>
            <a:off x="494706" y="2325646"/>
            <a:ext cx="870544" cy="444379"/>
          </a:xfrm>
          <a:prstGeom prst="flowChartMagneticDrum">
            <a:avLst/>
          </a:prstGeom>
          <a:gradFill flip="none" rotWithShape="1">
            <a:gsLst>
              <a:gs pos="0">
                <a:schemeClr val="bg1"/>
              </a:gs>
              <a:gs pos="47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42000"/>
                </a:schemeClr>
              </a:gs>
            </a:gsLst>
            <a:lin ang="1080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329408" y="2402407"/>
            <a:ext cx="873688" cy="228925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330912" y="4765644"/>
            <a:ext cx="823370" cy="229561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322937" y="2146103"/>
            <a:ext cx="984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radiation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268403" y="4542980"/>
            <a:ext cx="984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radiation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514475" y="2676123"/>
            <a:ext cx="451210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490276" y="5107229"/>
            <a:ext cx="45168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5873174" y="1617153"/>
            <a:ext cx="1676397" cy="158222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  <a:lumMod val="89000"/>
                </a:srgbClr>
              </a:gs>
              <a:gs pos="41000">
                <a:srgbClr val="FF0000">
                  <a:shade val="67500"/>
                  <a:satMod val="115000"/>
                </a:srgbClr>
              </a:gs>
              <a:gs pos="100000">
                <a:srgbClr val="FF0000">
                  <a:lumMod val="58000"/>
                  <a:lumOff val="42000"/>
                </a:srgbClr>
              </a:gs>
            </a:gsLst>
            <a:lin ang="16200000" scaled="1"/>
            <a:tileRect/>
          </a:gradFill>
          <a:ln>
            <a:solidFill>
              <a:schemeClr val="accent1">
                <a:shade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5873174" y="1824967"/>
            <a:ext cx="1676397" cy="1452764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  <a:lumMod val="74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  <a:lumMod val="92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/>
          <p:cNvSpPr txBox="1"/>
          <p:nvPr/>
        </p:nvSpPr>
        <p:spPr>
          <a:xfrm>
            <a:off x="6138813" y="1538767"/>
            <a:ext cx="1086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agnet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Straight Arrow Connector 88"/>
          <p:cNvCxnSpPr/>
          <p:nvPr/>
        </p:nvCxnSpPr>
        <p:spPr>
          <a:xfrm rot="10800000">
            <a:off x="6874784" y="2327972"/>
            <a:ext cx="6765" cy="441853"/>
          </a:xfrm>
          <a:prstGeom prst="straightConnector1">
            <a:avLst/>
          </a:prstGeom>
          <a:ln w="31750">
            <a:solidFill>
              <a:srgbClr val="5826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99" y="2692036"/>
            <a:ext cx="140551" cy="2235"/>
          </a:xfrm>
          <a:prstGeom prst="line">
            <a:avLst/>
          </a:prstGeom>
          <a:ln w="25400">
            <a:solidFill>
              <a:srgbClr val="5826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6042838" y="1832127"/>
            <a:ext cx="5754" cy="1452764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6649027" y="1836048"/>
            <a:ext cx="5754" cy="1452764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7289109" y="1836049"/>
            <a:ext cx="5754" cy="1452764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651295" y="3090528"/>
            <a:ext cx="754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5" name="Picture 94"/>
          <p:cNvPicPr>
            <a:picLocks noChangeAspect="1"/>
          </p:cNvPicPr>
          <p:nvPr/>
        </p:nvPicPr>
        <p:blipFill rotWithShape="1">
          <a:blip r:embed="rId3"/>
          <a:srcRect l="12800" t="17956" r="22552" b="3863"/>
          <a:stretch/>
        </p:blipFill>
        <p:spPr>
          <a:xfrm rot="21600000">
            <a:off x="6538857" y="2070826"/>
            <a:ext cx="230144" cy="989620"/>
          </a:xfrm>
          <a:prstGeom prst="rect">
            <a:avLst/>
          </a:prstGeom>
        </p:spPr>
      </p:pic>
      <p:sp>
        <p:nvSpPr>
          <p:cNvPr id="96" name="Rectangle 95"/>
          <p:cNvSpPr/>
          <p:nvPr/>
        </p:nvSpPr>
        <p:spPr>
          <a:xfrm>
            <a:off x="5883710" y="3757623"/>
            <a:ext cx="1670856" cy="173823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  <a:lumMod val="89000"/>
                </a:srgbClr>
              </a:gs>
              <a:gs pos="41000">
                <a:srgbClr val="FF0000">
                  <a:shade val="67500"/>
                  <a:satMod val="115000"/>
                </a:srgbClr>
              </a:gs>
              <a:gs pos="100000">
                <a:srgbClr val="FF0000">
                  <a:lumMod val="58000"/>
                  <a:lumOff val="42000"/>
                </a:srgbClr>
              </a:gs>
            </a:gsLst>
            <a:lin ang="16200000" scaled="1"/>
            <a:tileRect/>
          </a:gradFill>
          <a:ln>
            <a:solidFill>
              <a:schemeClr val="accent1">
                <a:shade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5893277" y="3976236"/>
            <a:ext cx="1670856" cy="1596014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  <a:lumMod val="74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  <a:lumMod val="92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6258671" y="3681724"/>
            <a:ext cx="849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agnet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9" name="Picture 98"/>
          <p:cNvPicPr>
            <a:picLocks noChangeAspect="1"/>
          </p:cNvPicPr>
          <p:nvPr/>
        </p:nvPicPr>
        <p:blipFill rotWithShape="1">
          <a:blip r:embed="rId3"/>
          <a:srcRect l="12800" t="17956" r="22552" b="3863"/>
          <a:stretch/>
        </p:blipFill>
        <p:spPr>
          <a:xfrm>
            <a:off x="6610567" y="4518788"/>
            <a:ext cx="214304" cy="921509"/>
          </a:xfrm>
          <a:prstGeom prst="rect">
            <a:avLst/>
          </a:prstGeom>
        </p:spPr>
      </p:pic>
      <p:cxnSp>
        <p:nvCxnSpPr>
          <p:cNvPr id="100" name="Straight Arrow Connector 99"/>
          <p:cNvCxnSpPr/>
          <p:nvPr/>
        </p:nvCxnSpPr>
        <p:spPr>
          <a:xfrm rot="-5400000" flipV="1">
            <a:off x="6783863" y="4890068"/>
            <a:ext cx="432000" cy="0"/>
          </a:xfrm>
          <a:prstGeom prst="straightConnector1">
            <a:avLst/>
          </a:prstGeom>
          <a:ln w="31750">
            <a:solidFill>
              <a:srgbClr val="5826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rot="-1560000">
            <a:off x="6933383" y="5002013"/>
            <a:ext cx="136255" cy="77314"/>
          </a:xfrm>
          <a:prstGeom prst="line">
            <a:avLst/>
          </a:prstGeom>
          <a:ln w="25400">
            <a:solidFill>
              <a:srgbClr val="5826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rot="-60000" flipH="1">
            <a:off x="6015527" y="3973382"/>
            <a:ext cx="30262" cy="1614053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 rot="-240000" flipH="1">
            <a:off x="6635057" y="3972778"/>
            <a:ext cx="35150" cy="460797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 rot="-660000" flipH="1">
            <a:off x="6978251" y="3962774"/>
            <a:ext cx="100777" cy="494923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/>
              <p:cNvSpPr txBox="1"/>
              <p:nvPr/>
            </p:nvSpPr>
            <p:spPr>
              <a:xfrm>
                <a:off x="6310860" y="4379651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860" y="4379651"/>
                <a:ext cx="250228" cy="276999"/>
              </a:xfrm>
              <a:prstGeom prst="rect">
                <a:avLst/>
              </a:prstGeom>
              <a:blipFill>
                <a:blip r:embed="rId9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/>
              <p:cNvSpPr txBox="1"/>
              <p:nvPr/>
            </p:nvSpPr>
            <p:spPr>
              <a:xfrm>
                <a:off x="6869533" y="4327547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533" y="4327547"/>
                <a:ext cx="250228" cy="276999"/>
              </a:xfrm>
              <a:prstGeom prst="rect">
                <a:avLst/>
              </a:prstGeom>
              <a:blipFill>
                <a:blip r:embed="rId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/>
              <p:cNvSpPr txBox="1"/>
              <p:nvPr/>
            </p:nvSpPr>
            <p:spPr>
              <a:xfrm>
                <a:off x="7061379" y="4475923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379" y="4475923"/>
                <a:ext cx="250228" cy="276999"/>
              </a:xfrm>
              <a:prstGeom prst="rect">
                <a:avLst/>
              </a:prstGeom>
              <a:blipFill>
                <a:blip r:embed="rId9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/>
              <p:cNvSpPr txBox="1"/>
              <p:nvPr/>
            </p:nvSpPr>
            <p:spPr>
              <a:xfrm>
                <a:off x="7111258" y="4741927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258" y="4741927"/>
                <a:ext cx="250228" cy="276999"/>
              </a:xfrm>
              <a:prstGeom prst="rect">
                <a:avLst/>
              </a:prstGeom>
              <a:blipFill>
                <a:blip r:embed="rId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TextBox 108"/>
              <p:cNvSpPr txBox="1"/>
              <p:nvPr/>
            </p:nvSpPr>
            <p:spPr>
              <a:xfrm>
                <a:off x="6626146" y="4190955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146" y="4190955"/>
                <a:ext cx="250228" cy="276999"/>
              </a:xfrm>
              <a:prstGeom prst="rect">
                <a:avLst/>
              </a:prstGeom>
              <a:blipFill>
                <a:blip r:embed="rId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/>
              <p:cNvSpPr txBox="1"/>
              <p:nvPr/>
            </p:nvSpPr>
            <p:spPr>
              <a:xfrm>
                <a:off x="7009641" y="5058341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9641" y="5058341"/>
                <a:ext cx="250228" cy="276999"/>
              </a:xfrm>
              <a:prstGeom prst="rect">
                <a:avLst/>
              </a:prstGeom>
              <a:blipFill>
                <a:blip r:embed="rId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/>
              <p:cNvSpPr txBox="1"/>
              <p:nvPr/>
            </p:nvSpPr>
            <p:spPr>
              <a:xfrm>
                <a:off x="6862980" y="5343734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980" y="5343734"/>
                <a:ext cx="250228" cy="276999"/>
              </a:xfrm>
              <a:prstGeom prst="rect">
                <a:avLst/>
              </a:prstGeom>
              <a:blipFill>
                <a:blip r:embed="rId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/>
              <p:cNvSpPr txBox="1"/>
              <p:nvPr/>
            </p:nvSpPr>
            <p:spPr>
              <a:xfrm>
                <a:off x="6353582" y="5324760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582" y="5324760"/>
                <a:ext cx="250228" cy="276999"/>
              </a:xfrm>
              <a:prstGeom prst="rect">
                <a:avLst/>
              </a:prstGeom>
              <a:blipFill>
                <a:blip r:embed="rId9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TextBox 112"/>
              <p:cNvSpPr txBox="1"/>
              <p:nvPr/>
            </p:nvSpPr>
            <p:spPr>
              <a:xfrm>
                <a:off x="6213381" y="4638296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381" y="4638296"/>
                <a:ext cx="250228" cy="276999"/>
              </a:xfrm>
              <a:prstGeom prst="rect">
                <a:avLst/>
              </a:prstGeom>
              <a:blipFill>
                <a:blip r:embed="rId5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TextBox 113"/>
              <p:cNvSpPr txBox="1"/>
              <p:nvPr/>
            </p:nvSpPr>
            <p:spPr>
              <a:xfrm>
                <a:off x="6179881" y="4897187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881" y="4897187"/>
                <a:ext cx="250228" cy="276999"/>
              </a:xfrm>
              <a:prstGeom prst="rect">
                <a:avLst/>
              </a:prstGeom>
              <a:blipFill>
                <a:blip r:embed="rId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TextBox 114"/>
              <p:cNvSpPr txBox="1"/>
              <p:nvPr/>
            </p:nvSpPr>
            <p:spPr>
              <a:xfrm>
                <a:off x="6615016" y="5363001"/>
                <a:ext cx="250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016" y="5363001"/>
                <a:ext cx="250228" cy="276999"/>
              </a:xfrm>
              <a:prstGeom prst="rect">
                <a:avLst/>
              </a:prstGeom>
              <a:blipFill>
                <a:blip r:embed="rId5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Straight Arrow Connector 115"/>
          <p:cNvCxnSpPr/>
          <p:nvPr/>
        </p:nvCxnSpPr>
        <p:spPr>
          <a:xfrm>
            <a:off x="7416551" y="3975557"/>
            <a:ext cx="5735" cy="1596014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/>
              <p:cNvSpPr txBox="1"/>
              <p:nvPr/>
            </p:nvSpPr>
            <p:spPr>
              <a:xfrm>
                <a:off x="6207600" y="5153395"/>
                <a:ext cx="1606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7600" y="5153395"/>
                <a:ext cx="160693" cy="276999"/>
              </a:xfrm>
              <a:prstGeom prst="rect">
                <a:avLst/>
              </a:prstGeom>
              <a:blipFill>
                <a:blip r:embed="rId10"/>
                <a:stretch>
                  <a:fillRect r="-6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/>
          <p:cNvCxnSpPr/>
          <p:nvPr/>
        </p:nvCxnSpPr>
        <p:spPr>
          <a:xfrm rot="-180000" flipH="1">
            <a:off x="6313630" y="3968375"/>
            <a:ext cx="35150" cy="674654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676942" y="5387813"/>
            <a:ext cx="754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3727798" y="5601975"/>
            <a:ext cx="2318411" cy="670074"/>
          </a:xfrm>
          <a:prstGeom prst="roundRect">
            <a:avLst/>
          </a:prstGeom>
          <a:ln>
            <a:solidFill>
              <a:srgbClr val="954EC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/>
          <p:cNvSpPr txBox="1"/>
          <p:nvPr/>
        </p:nvSpPr>
        <p:spPr>
          <a:xfrm>
            <a:off x="4031960" y="5752346"/>
            <a:ext cx="451210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5393177" y="5753476"/>
            <a:ext cx="45168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412501" y="3291949"/>
            <a:ext cx="129302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α-spin state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6018581" y="3292997"/>
            <a:ext cx="129302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-spin state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6114937" y="5594315"/>
            <a:ext cx="129302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-spin state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4663044" y="5475347"/>
            <a:ext cx="465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2627842" y="6272049"/>
            <a:ext cx="4774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5. Applying </a:t>
            </a:r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rf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radiation for atom resonance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4380074" y="1007610"/>
            <a:ext cx="1093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Sample preparation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6486578" y="1115331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31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alf Frame 12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21" name="Slide Number Placeholder 11"/>
          <p:cNvSpPr txBox="1">
            <a:spLocks/>
          </p:cNvSpPr>
          <p:nvPr/>
        </p:nvSpPr>
        <p:spPr>
          <a:xfrm>
            <a:off x="3577508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 b="71767"/>
          <a:stretch/>
        </p:blipFill>
        <p:spPr>
          <a:xfrm>
            <a:off x="3045409" y="2819006"/>
            <a:ext cx="3347952" cy="2715834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 flipV="1">
            <a:off x="2806405" y="4985882"/>
            <a:ext cx="3492000" cy="0"/>
          </a:xfrm>
          <a:prstGeom prst="line">
            <a:avLst/>
          </a:prstGeom>
          <a:ln w="38100">
            <a:solidFill>
              <a:schemeClr val="tx1"/>
            </a:solidFill>
            <a:headEnd type="arrow" w="med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 flipV="1">
            <a:off x="4907912" y="3626652"/>
            <a:ext cx="2736000" cy="0"/>
          </a:xfrm>
          <a:prstGeom prst="line">
            <a:avLst/>
          </a:prstGeom>
          <a:ln w="38100">
            <a:solidFill>
              <a:schemeClr val="tx1"/>
            </a:solidFill>
            <a:headEnd type="arrow" w="med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929471" y="2708194"/>
            <a:ext cx="33251" cy="2286458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084404" y="2690655"/>
            <a:ext cx="33251" cy="2286458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705025" y="5009258"/>
            <a:ext cx="522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43332" y="5009258"/>
            <a:ext cx="522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73349" y="4792447"/>
            <a:ext cx="932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78133" y="2342986"/>
            <a:ext cx="1819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Downfield Signal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640013" y="2348102"/>
            <a:ext cx="12362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Upfield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Signal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84927" y="4900635"/>
            <a:ext cx="30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4585312" y="5460986"/>
            <a:ext cx="1140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(Shielded)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92467" y="5465023"/>
            <a:ext cx="1147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Deshielded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839799" y="5902909"/>
            <a:ext cx="5491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6. Energy required for shielded and </a:t>
            </a:r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deshielded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atoms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resonate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reeform 39"/>
          <p:cNvSpPr/>
          <p:nvPr/>
        </p:nvSpPr>
        <p:spPr>
          <a:xfrm rot="10800000" flipH="1">
            <a:off x="506508" y="956995"/>
            <a:ext cx="7475054" cy="639272"/>
          </a:xfrm>
          <a:custGeom>
            <a:avLst/>
            <a:gdLst>
              <a:gd name="connsiteX0" fmla="*/ 4335854 w 9966739"/>
              <a:gd name="connsiteY0" fmla="*/ 835738 h 852363"/>
              <a:gd name="connsiteX1" fmla="*/ 3991899 w 9966739"/>
              <a:gd name="connsiteY1" fmla="*/ 835738 h 852363"/>
              <a:gd name="connsiteX2" fmla="*/ 4335854 w 9966739"/>
              <a:gd name="connsiteY2" fmla="*/ 417870 h 852363"/>
              <a:gd name="connsiteX3" fmla="*/ 3991899 w 9966739"/>
              <a:gd name="connsiteY3" fmla="*/ 2 h 852363"/>
              <a:gd name="connsiteX4" fmla="*/ 4335854 w 9966739"/>
              <a:gd name="connsiteY4" fmla="*/ 2 h 852363"/>
              <a:gd name="connsiteX5" fmla="*/ 4679809 w 9966739"/>
              <a:gd name="connsiteY5" fmla="*/ 417870 h 852363"/>
              <a:gd name="connsiteX6" fmla="*/ 1132475 w 9966739"/>
              <a:gd name="connsiteY6" fmla="*/ 835738 h 852363"/>
              <a:gd name="connsiteX7" fmla="*/ 0 w 9966739"/>
              <a:gd name="connsiteY7" fmla="*/ 835738 h 852363"/>
              <a:gd name="connsiteX8" fmla="*/ 0 w 9966739"/>
              <a:gd name="connsiteY8" fmla="*/ 1 h 852363"/>
              <a:gd name="connsiteX9" fmla="*/ 1132475 w 9966739"/>
              <a:gd name="connsiteY9" fmla="*/ 1 h 852363"/>
              <a:gd name="connsiteX10" fmla="*/ 1550343 w 9966739"/>
              <a:gd name="connsiteY10" fmla="*/ 417870 h 852363"/>
              <a:gd name="connsiteX11" fmla="*/ 1737498 w 9966739"/>
              <a:gd name="connsiteY11" fmla="*/ 835739 h 852363"/>
              <a:gd name="connsiteX12" fmla="*/ 1411576 w 9966739"/>
              <a:gd name="connsiteY12" fmla="*/ 835739 h 852363"/>
              <a:gd name="connsiteX13" fmla="*/ 1737498 w 9966739"/>
              <a:gd name="connsiteY13" fmla="*/ 417871 h 852363"/>
              <a:gd name="connsiteX14" fmla="*/ 1411576 w 9966739"/>
              <a:gd name="connsiteY14" fmla="*/ 3 h 852363"/>
              <a:gd name="connsiteX15" fmla="*/ 1737498 w 9966739"/>
              <a:gd name="connsiteY15" fmla="*/ 3 h 852363"/>
              <a:gd name="connsiteX16" fmla="*/ 2063420 w 9966739"/>
              <a:gd name="connsiteY16" fmla="*/ 417871 h 852363"/>
              <a:gd name="connsiteX17" fmla="*/ 6960549 w 9966739"/>
              <a:gd name="connsiteY17" fmla="*/ 835740 h 852363"/>
              <a:gd name="connsiteX18" fmla="*/ 6627034 w 9966739"/>
              <a:gd name="connsiteY18" fmla="*/ 835740 h 852363"/>
              <a:gd name="connsiteX19" fmla="*/ 6960549 w 9966739"/>
              <a:gd name="connsiteY19" fmla="*/ 417871 h 852363"/>
              <a:gd name="connsiteX20" fmla="*/ 6627034 w 9966739"/>
              <a:gd name="connsiteY20" fmla="*/ 2 h 852363"/>
              <a:gd name="connsiteX21" fmla="*/ 6960549 w 9966739"/>
              <a:gd name="connsiteY21" fmla="*/ 2 h 852363"/>
              <a:gd name="connsiteX22" fmla="*/ 7294061 w 9966739"/>
              <a:gd name="connsiteY22" fmla="*/ 417871 h 852363"/>
              <a:gd name="connsiteX23" fmla="*/ 6358905 w 9966739"/>
              <a:gd name="connsiteY23" fmla="*/ 852360 h 852363"/>
              <a:gd name="connsiteX24" fmla="*/ 5234741 w 9966739"/>
              <a:gd name="connsiteY24" fmla="*/ 852360 h 852363"/>
              <a:gd name="connsiteX25" fmla="*/ 5234741 w 9966739"/>
              <a:gd name="connsiteY25" fmla="*/ 1 h 852363"/>
              <a:gd name="connsiteX26" fmla="*/ 6358905 w 9966739"/>
              <a:gd name="connsiteY26" fmla="*/ 1 h 852363"/>
              <a:gd name="connsiteX27" fmla="*/ 6785084 w 9966739"/>
              <a:gd name="connsiteY27" fmla="*/ 426181 h 852363"/>
              <a:gd name="connsiteX28" fmla="*/ 8979392 w 9966739"/>
              <a:gd name="connsiteY28" fmla="*/ 852361 h 852363"/>
              <a:gd name="connsiteX29" fmla="*/ 7855229 w 9966739"/>
              <a:gd name="connsiteY29" fmla="*/ 852361 h 852363"/>
              <a:gd name="connsiteX30" fmla="*/ 7855229 w 9966739"/>
              <a:gd name="connsiteY30" fmla="*/ 1 h 852363"/>
              <a:gd name="connsiteX31" fmla="*/ 8979392 w 9966739"/>
              <a:gd name="connsiteY31" fmla="*/ 1 h 852363"/>
              <a:gd name="connsiteX32" fmla="*/ 9405572 w 9966739"/>
              <a:gd name="connsiteY32" fmla="*/ 426181 h 852363"/>
              <a:gd name="connsiteX33" fmla="*/ 3738414 w 9966739"/>
              <a:gd name="connsiteY33" fmla="*/ 852362 h 852363"/>
              <a:gd name="connsiteX34" fmla="*/ 2614252 w 9966739"/>
              <a:gd name="connsiteY34" fmla="*/ 852362 h 852363"/>
              <a:gd name="connsiteX35" fmla="*/ 2614252 w 9966739"/>
              <a:gd name="connsiteY35" fmla="*/ 0 h 852363"/>
              <a:gd name="connsiteX36" fmla="*/ 3738414 w 9966739"/>
              <a:gd name="connsiteY36" fmla="*/ 0 h 852363"/>
              <a:gd name="connsiteX37" fmla="*/ 4164595 w 9966739"/>
              <a:gd name="connsiteY37" fmla="*/ 426181 h 852363"/>
              <a:gd name="connsiteX38" fmla="*/ 9586713 w 9966739"/>
              <a:gd name="connsiteY38" fmla="*/ 852363 h 852363"/>
              <a:gd name="connsiteX39" fmla="*/ 9206687 w 9966739"/>
              <a:gd name="connsiteY39" fmla="*/ 852363 h 852363"/>
              <a:gd name="connsiteX40" fmla="*/ 9586713 w 9966739"/>
              <a:gd name="connsiteY40" fmla="*/ 426182 h 852363"/>
              <a:gd name="connsiteX41" fmla="*/ 9206687 w 9966739"/>
              <a:gd name="connsiteY41" fmla="*/ 1 h 852363"/>
              <a:gd name="connsiteX42" fmla="*/ 9586713 w 9966739"/>
              <a:gd name="connsiteY42" fmla="*/ 1 h 852363"/>
              <a:gd name="connsiteX43" fmla="*/ 9966739 w 9966739"/>
              <a:gd name="connsiteY43" fmla="*/ 426182 h 8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966739" h="852363">
                <a:moveTo>
                  <a:pt x="4335854" y="835738"/>
                </a:moveTo>
                <a:lnTo>
                  <a:pt x="3991899" y="835738"/>
                </a:lnTo>
                <a:lnTo>
                  <a:pt x="4335854" y="417870"/>
                </a:lnTo>
                <a:lnTo>
                  <a:pt x="3991899" y="2"/>
                </a:lnTo>
                <a:lnTo>
                  <a:pt x="4335854" y="2"/>
                </a:lnTo>
                <a:lnTo>
                  <a:pt x="4679809" y="417870"/>
                </a:lnTo>
                <a:close/>
                <a:moveTo>
                  <a:pt x="1132475" y="835738"/>
                </a:moveTo>
                <a:lnTo>
                  <a:pt x="0" y="835738"/>
                </a:lnTo>
                <a:lnTo>
                  <a:pt x="0" y="1"/>
                </a:lnTo>
                <a:lnTo>
                  <a:pt x="1132475" y="1"/>
                </a:lnTo>
                <a:lnTo>
                  <a:pt x="1550343" y="417870"/>
                </a:lnTo>
                <a:close/>
                <a:moveTo>
                  <a:pt x="1737498" y="835739"/>
                </a:moveTo>
                <a:lnTo>
                  <a:pt x="1411576" y="835739"/>
                </a:lnTo>
                <a:lnTo>
                  <a:pt x="1737498" y="417871"/>
                </a:lnTo>
                <a:lnTo>
                  <a:pt x="1411576" y="3"/>
                </a:lnTo>
                <a:lnTo>
                  <a:pt x="1737498" y="3"/>
                </a:lnTo>
                <a:lnTo>
                  <a:pt x="2063420" y="417871"/>
                </a:lnTo>
                <a:close/>
                <a:moveTo>
                  <a:pt x="6960549" y="835740"/>
                </a:moveTo>
                <a:lnTo>
                  <a:pt x="6627034" y="835740"/>
                </a:lnTo>
                <a:lnTo>
                  <a:pt x="6960549" y="417871"/>
                </a:lnTo>
                <a:lnTo>
                  <a:pt x="6627034" y="2"/>
                </a:lnTo>
                <a:lnTo>
                  <a:pt x="6960549" y="2"/>
                </a:lnTo>
                <a:lnTo>
                  <a:pt x="7294061" y="417871"/>
                </a:lnTo>
                <a:close/>
                <a:moveTo>
                  <a:pt x="6358905" y="852360"/>
                </a:moveTo>
                <a:lnTo>
                  <a:pt x="5234741" y="852360"/>
                </a:lnTo>
                <a:lnTo>
                  <a:pt x="5234741" y="1"/>
                </a:lnTo>
                <a:lnTo>
                  <a:pt x="6358905" y="1"/>
                </a:lnTo>
                <a:lnTo>
                  <a:pt x="6785084" y="426181"/>
                </a:lnTo>
                <a:close/>
                <a:moveTo>
                  <a:pt x="8979392" y="852361"/>
                </a:moveTo>
                <a:lnTo>
                  <a:pt x="7855229" y="852361"/>
                </a:lnTo>
                <a:lnTo>
                  <a:pt x="7855229" y="1"/>
                </a:lnTo>
                <a:lnTo>
                  <a:pt x="8979392" y="1"/>
                </a:lnTo>
                <a:lnTo>
                  <a:pt x="9405572" y="426181"/>
                </a:lnTo>
                <a:close/>
                <a:moveTo>
                  <a:pt x="3738414" y="852362"/>
                </a:moveTo>
                <a:lnTo>
                  <a:pt x="2614252" y="852362"/>
                </a:lnTo>
                <a:lnTo>
                  <a:pt x="2614252" y="0"/>
                </a:lnTo>
                <a:lnTo>
                  <a:pt x="3738414" y="0"/>
                </a:lnTo>
                <a:lnTo>
                  <a:pt x="4164595" y="426181"/>
                </a:lnTo>
                <a:close/>
                <a:moveTo>
                  <a:pt x="9586713" y="852363"/>
                </a:moveTo>
                <a:lnTo>
                  <a:pt x="9206687" y="852363"/>
                </a:lnTo>
                <a:lnTo>
                  <a:pt x="9586713" y="426182"/>
                </a:lnTo>
                <a:lnTo>
                  <a:pt x="9206687" y="1"/>
                </a:lnTo>
                <a:lnTo>
                  <a:pt x="9586713" y="1"/>
                </a:lnTo>
                <a:lnTo>
                  <a:pt x="9966739" y="4261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1" name="Pentagon 40"/>
          <p:cNvSpPr/>
          <p:nvPr/>
        </p:nvSpPr>
        <p:spPr>
          <a:xfrm>
            <a:off x="2450176" y="956994"/>
            <a:ext cx="1197032" cy="642158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2" name="Chevron 41"/>
          <p:cNvSpPr/>
          <p:nvPr/>
        </p:nvSpPr>
        <p:spPr>
          <a:xfrm>
            <a:off x="3478877" y="956994"/>
            <a:ext cx="548639" cy="639274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81270" y="1115332"/>
            <a:ext cx="1014887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47543" y="1121299"/>
            <a:ext cx="115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0074" y="1007610"/>
            <a:ext cx="1093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Sample preparation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86578" y="1115331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5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alf Frame 12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24" name="Slide Number Placeholder 11"/>
          <p:cNvSpPr txBox="1">
            <a:spLocks/>
          </p:cNvSpPr>
          <p:nvPr/>
        </p:nvSpPr>
        <p:spPr>
          <a:xfrm>
            <a:off x="3577508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54153" y="2304153"/>
            <a:ext cx="1732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Shielded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18974" y="2288231"/>
            <a:ext cx="1946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effective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6815" y="2288231"/>
            <a:ext cx="112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71008" y="2304153"/>
            <a:ext cx="210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Downfield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0301" y="4333473"/>
            <a:ext cx="1732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Deshielded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71378" y="4317551"/>
            <a:ext cx="1946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effective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09059" y="4317551"/>
            <a:ext cx="112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15124" y="4333473"/>
            <a:ext cx="210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Upfield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-60000">
            <a:off x="1937085" y="2562726"/>
            <a:ext cx="709864" cy="12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-60000">
            <a:off x="5883458" y="4566785"/>
            <a:ext cx="709864" cy="12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-60000">
            <a:off x="4486204" y="4554576"/>
            <a:ext cx="709864" cy="12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-60000">
            <a:off x="2190246" y="4570497"/>
            <a:ext cx="709864" cy="12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-60000">
            <a:off x="5826985" y="2558869"/>
            <a:ext cx="709864" cy="12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-60000">
            <a:off x="4376199" y="2558870"/>
            <a:ext cx="709864" cy="12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376148" y="4101428"/>
            <a:ext cx="0" cy="928217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0800000">
            <a:off x="4244035" y="2088566"/>
            <a:ext cx="0" cy="928217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723312" y="4096482"/>
            <a:ext cx="0" cy="928217"/>
          </a:xfrm>
          <a:prstGeom prst="straightConnector1">
            <a:avLst/>
          </a:prstGeom>
          <a:ln w="793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rot="10800000">
            <a:off x="5661656" y="2088566"/>
            <a:ext cx="0" cy="928217"/>
          </a:xfrm>
          <a:prstGeom prst="straightConnector1">
            <a:avLst/>
          </a:prstGeom>
          <a:ln w="793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 rot="10800000" flipH="1">
            <a:off x="506508" y="956995"/>
            <a:ext cx="7475054" cy="639272"/>
          </a:xfrm>
          <a:custGeom>
            <a:avLst/>
            <a:gdLst>
              <a:gd name="connsiteX0" fmla="*/ 4335854 w 9966739"/>
              <a:gd name="connsiteY0" fmla="*/ 835738 h 852363"/>
              <a:gd name="connsiteX1" fmla="*/ 3991899 w 9966739"/>
              <a:gd name="connsiteY1" fmla="*/ 835738 h 852363"/>
              <a:gd name="connsiteX2" fmla="*/ 4335854 w 9966739"/>
              <a:gd name="connsiteY2" fmla="*/ 417870 h 852363"/>
              <a:gd name="connsiteX3" fmla="*/ 3991899 w 9966739"/>
              <a:gd name="connsiteY3" fmla="*/ 2 h 852363"/>
              <a:gd name="connsiteX4" fmla="*/ 4335854 w 9966739"/>
              <a:gd name="connsiteY4" fmla="*/ 2 h 852363"/>
              <a:gd name="connsiteX5" fmla="*/ 4679809 w 9966739"/>
              <a:gd name="connsiteY5" fmla="*/ 417870 h 852363"/>
              <a:gd name="connsiteX6" fmla="*/ 1132475 w 9966739"/>
              <a:gd name="connsiteY6" fmla="*/ 835738 h 852363"/>
              <a:gd name="connsiteX7" fmla="*/ 0 w 9966739"/>
              <a:gd name="connsiteY7" fmla="*/ 835738 h 852363"/>
              <a:gd name="connsiteX8" fmla="*/ 0 w 9966739"/>
              <a:gd name="connsiteY8" fmla="*/ 1 h 852363"/>
              <a:gd name="connsiteX9" fmla="*/ 1132475 w 9966739"/>
              <a:gd name="connsiteY9" fmla="*/ 1 h 852363"/>
              <a:gd name="connsiteX10" fmla="*/ 1550343 w 9966739"/>
              <a:gd name="connsiteY10" fmla="*/ 417870 h 852363"/>
              <a:gd name="connsiteX11" fmla="*/ 1737498 w 9966739"/>
              <a:gd name="connsiteY11" fmla="*/ 835739 h 852363"/>
              <a:gd name="connsiteX12" fmla="*/ 1411576 w 9966739"/>
              <a:gd name="connsiteY12" fmla="*/ 835739 h 852363"/>
              <a:gd name="connsiteX13" fmla="*/ 1737498 w 9966739"/>
              <a:gd name="connsiteY13" fmla="*/ 417871 h 852363"/>
              <a:gd name="connsiteX14" fmla="*/ 1411576 w 9966739"/>
              <a:gd name="connsiteY14" fmla="*/ 3 h 852363"/>
              <a:gd name="connsiteX15" fmla="*/ 1737498 w 9966739"/>
              <a:gd name="connsiteY15" fmla="*/ 3 h 852363"/>
              <a:gd name="connsiteX16" fmla="*/ 2063420 w 9966739"/>
              <a:gd name="connsiteY16" fmla="*/ 417871 h 852363"/>
              <a:gd name="connsiteX17" fmla="*/ 6960549 w 9966739"/>
              <a:gd name="connsiteY17" fmla="*/ 835740 h 852363"/>
              <a:gd name="connsiteX18" fmla="*/ 6627034 w 9966739"/>
              <a:gd name="connsiteY18" fmla="*/ 835740 h 852363"/>
              <a:gd name="connsiteX19" fmla="*/ 6960549 w 9966739"/>
              <a:gd name="connsiteY19" fmla="*/ 417871 h 852363"/>
              <a:gd name="connsiteX20" fmla="*/ 6627034 w 9966739"/>
              <a:gd name="connsiteY20" fmla="*/ 2 h 852363"/>
              <a:gd name="connsiteX21" fmla="*/ 6960549 w 9966739"/>
              <a:gd name="connsiteY21" fmla="*/ 2 h 852363"/>
              <a:gd name="connsiteX22" fmla="*/ 7294061 w 9966739"/>
              <a:gd name="connsiteY22" fmla="*/ 417871 h 852363"/>
              <a:gd name="connsiteX23" fmla="*/ 6358905 w 9966739"/>
              <a:gd name="connsiteY23" fmla="*/ 852360 h 852363"/>
              <a:gd name="connsiteX24" fmla="*/ 5234741 w 9966739"/>
              <a:gd name="connsiteY24" fmla="*/ 852360 h 852363"/>
              <a:gd name="connsiteX25" fmla="*/ 5234741 w 9966739"/>
              <a:gd name="connsiteY25" fmla="*/ 1 h 852363"/>
              <a:gd name="connsiteX26" fmla="*/ 6358905 w 9966739"/>
              <a:gd name="connsiteY26" fmla="*/ 1 h 852363"/>
              <a:gd name="connsiteX27" fmla="*/ 6785084 w 9966739"/>
              <a:gd name="connsiteY27" fmla="*/ 426181 h 852363"/>
              <a:gd name="connsiteX28" fmla="*/ 8979392 w 9966739"/>
              <a:gd name="connsiteY28" fmla="*/ 852361 h 852363"/>
              <a:gd name="connsiteX29" fmla="*/ 7855229 w 9966739"/>
              <a:gd name="connsiteY29" fmla="*/ 852361 h 852363"/>
              <a:gd name="connsiteX30" fmla="*/ 7855229 w 9966739"/>
              <a:gd name="connsiteY30" fmla="*/ 1 h 852363"/>
              <a:gd name="connsiteX31" fmla="*/ 8979392 w 9966739"/>
              <a:gd name="connsiteY31" fmla="*/ 1 h 852363"/>
              <a:gd name="connsiteX32" fmla="*/ 9405572 w 9966739"/>
              <a:gd name="connsiteY32" fmla="*/ 426181 h 852363"/>
              <a:gd name="connsiteX33" fmla="*/ 3738414 w 9966739"/>
              <a:gd name="connsiteY33" fmla="*/ 852362 h 852363"/>
              <a:gd name="connsiteX34" fmla="*/ 2614252 w 9966739"/>
              <a:gd name="connsiteY34" fmla="*/ 852362 h 852363"/>
              <a:gd name="connsiteX35" fmla="*/ 2614252 w 9966739"/>
              <a:gd name="connsiteY35" fmla="*/ 0 h 852363"/>
              <a:gd name="connsiteX36" fmla="*/ 3738414 w 9966739"/>
              <a:gd name="connsiteY36" fmla="*/ 0 h 852363"/>
              <a:gd name="connsiteX37" fmla="*/ 4164595 w 9966739"/>
              <a:gd name="connsiteY37" fmla="*/ 426181 h 852363"/>
              <a:gd name="connsiteX38" fmla="*/ 9586713 w 9966739"/>
              <a:gd name="connsiteY38" fmla="*/ 852363 h 852363"/>
              <a:gd name="connsiteX39" fmla="*/ 9206687 w 9966739"/>
              <a:gd name="connsiteY39" fmla="*/ 852363 h 852363"/>
              <a:gd name="connsiteX40" fmla="*/ 9586713 w 9966739"/>
              <a:gd name="connsiteY40" fmla="*/ 426182 h 852363"/>
              <a:gd name="connsiteX41" fmla="*/ 9206687 w 9966739"/>
              <a:gd name="connsiteY41" fmla="*/ 1 h 852363"/>
              <a:gd name="connsiteX42" fmla="*/ 9586713 w 9966739"/>
              <a:gd name="connsiteY42" fmla="*/ 1 h 852363"/>
              <a:gd name="connsiteX43" fmla="*/ 9966739 w 9966739"/>
              <a:gd name="connsiteY43" fmla="*/ 426182 h 8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966739" h="852363">
                <a:moveTo>
                  <a:pt x="4335854" y="835738"/>
                </a:moveTo>
                <a:lnTo>
                  <a:pt x="3991899" y="835738"/>
                </a:lnTo>
                <a:lnTo>
                  <a:pt x="4335854" y="417870"/>
                </a:lnTo>
                <a:lnTo>
                  <a:pt x="3991899" y="2"/>
                </a:lnTo>
                <a:lnTo>
                  <a:pt x="4335854" y="2"/>
                </a:lnTo>
                <a:lnTo>
                  <a:pt x="4679809" y="417870"/>
                </a:lnTo>
                <a:close/>
                <a:moveTo>
                  <a:pt x="1132475" y="835738"/>
                </a:moveTo>
                <a:lnTo>
                  <a:pt x="0" y="835738"/>
                </a:lnTo>
                <a:lnTo>
                  <a:pt x="0" y="1"/>
                </a:lnTo>
                <a:lnTo>
                  <a:pt x="1132475" y="1"/>
                </a:lnTo>
                <a:lnTo>
                  <a:pt x="1550343" y="417870"/>
                </a:lnTo>
                <a:close/>
                <a:moveTo>
                  <a:pt x="1737498" y="835739"/>
                </a:moveTo>
                <a:lnTo>
                  <a:pt x="1411576" y="835739"/>
                </a:lnTo>
                <a:lnTo>
                  <a:pt x="1737498" y="417871"/>
                </a:lnTo>
                <a:lnTo>
                  <a:pt x="1411576" y="3"/>
                </a:lnTo>
                <a:lnTo>
                  <a:pt x="1737498" y="3"/>
                </a:lnTo>
                <a:lnTo>
                  <a:pt x="2063420" y="417871"/>
                </a:lnTo>
                <a:close/>
                <a:moveTo>
                  <a:pt x="6960549" y="835740"/>
                </a:moveTo>
                <a:lnTo>
                  <a:pt x="6627034" y="835740"/>
                </a:lnTo>
                <a:lnTo>
                  <a:pt x="6960549" y="417871"/>
                </a:lnTo>
                <a:lnTo>
                  <a:pt x="6627034" y="2"/>
                </a:lnTo>
                <a:lnTo>
                  <a:pt x="6960549" y="2"/>
                </a:lnTo>
                <a:lnTo>
                  <a:pt x="7294061" y="417871"/>
                </a:lnTo>
                <a:close/>
                <a:moveTo>
                  <a:pt x="6358905" y="852360"/>
                </a:moveTo>
                <a:lnTo>
                  <a:pt x="5234741" y="852360"/>
                </a:lnTo>
                <a:lnTo>
                  <a:pt x="5234741" y="1"/>
                </a:lnTo>
                <a:lnTo>
                  <a:pt x="6358905" y="1"/>
                </a:lnTo>
                <a:lnTo>
                  <a:pt x="6785084" y="426181"/>
                </a:lnTo>
                <a:close/>
                <a:moveTo>
                  <a:pt x="8979392" y="852361"/>
                </a:moveTo>
                <a:lnTo>
                  <a:pt x="7855229" y="852361"/>
                </a:lnTo>
                <a:lnTo>
                  <a:pt x="7855229" y="1"/>
                </a:lnTo>
                <a:lnTo>
                  <a:pt x="8979392" y="1"/>
                </a:lnTo>
                <a:lnTo>
                  <a:pt x="9405572" y="426181"/>
                </a:lnTo>
                <a:close/>
                <a:moveTo>
                  <a:pt x="3738414" y="852362"/>
                </a:moveTo>
                <a:lnTo>
                  <a:pt x="2614252" y="852362"/>
                </a:lnTo>
                <a:lnTo>
                  <a:pt x="2614252" y="0"/>
                </a:lnTo>
                <a:lnTo>
                  <a:pt x="3738414" y="0"/>
                </a:lnTo>
                <a:lnTo>
                  <a:pt x="4164595" y="426181"/>
                </a:lnTo>
                <a:close/>
                <a:moveTo>
                  <a:pt x="9586713" y="852363"/>
                </a:moveTo>
                <a:lnTo>
                  <a:pt x="9206687" y="852363"/>
                </a:lnTo>
                <a:lnTo>
                  <a:pt x="9586713" y="426182"/>
                </a:lnTo>
                <a:lnTo>
                  <a:pt x="9206687" y="1"/>
                </a:lnTo>
                <a:lnTo>
                  <a:pt x="9586713" y="1"/>
                </a:lnTo>
                <a:lnTo>
                  <a:pt x="9966739" y="4261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1" name="Pentagon 50"/>
          <p:cNvSpPr/>
          <p:nvPr/>
        </p:nvSpPr>
        <p:spPr>
          <a:xfrm>
            <a:off x="2450176" y="956994"/>
            <a:ext cx="1197032" cy="642158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2" name="Chevron 51"/>
          <p:cNvSpPr/>
          <p:nvPr/>
        </p:nvSpPr>
        <p:spPr>
          <a:xfrm>
            <a:off x="3478877" y="956994"/>
            <a:ext cx="548639" cy="639274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481270" y="1115332"/>
            <a:ext cx="1014887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47543" y="1121299"/>
            <a:ext cx="115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0074" y="1007610"/>
            <a:ext cx="1093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Sample preparation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86578" y="1115331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5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alf Frame 13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25" name="Slide Number Placeholder 11"/>
          <p:cNvSpPr txBox="1">
            <a:spLocks/>
          </p:cNvSpPr>
          <p:nvPr/>
        </p:nvSpPr>
        <p:spPr>
          <a:xfrm>
            <a:off x="3577508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58454" y="2765818"/>
            <a:ext cx="2149522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CH2CH3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loud 16"/>
          <p:cNvSpPr/>
          <p:nvPr/>
        </p:nvSpPr>
        <p:spPr>
          <a:xfrm>
            <a:off x="3035125" y="3214303"/>
            <a:ext cx="45719" cy="59720"/>
          </a:xfrm>
          <a:prstGeom prst="cloud">
            <a:avLst/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loud 25"/>
          <p:cNvSpPr/>
          <p:nvPr/>
        </p:nvSpPr>
        <p:spPr>
          <a:xfrm>
            <a:off x="2770807" y="3225291"/>
            <a:ext cx="45719" cy="59720"/>
          </a:xfrm>
          <a:prstGeom prst="cloud">
            <a:avLst/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loud 26"/>
          <p:cNvSpPr/>
          <p:nvPr/>
        </p:nvSpPr>
        <p:spPr>
          <a:xfrm>
            <a:off x="2700535" y="3032360"/>
            <a:ext cx="45719" cy="72261"/>
          </a:xfrm>
          <a:prstGeom prst="cloud">
            <a:avLst/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loud 27"/>
          <p:cNvSpPr/>
          <p:nvPr/>
        </p:nvSpPr>
        <p:spPr>
          <a:xfrm>
            <a:off x="3023535" y="2854332"/>
            <a:ext cx="45719" cy="72261"/>
          </a:xfrm>
          <a:prstGeom prst="cloud">
            <a:avLst/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loud 28"/>
          <p:cNvSpPr/>
          <p:nvPr/>
        </p:nvSpPr>
        <p:spPr>
          <a:xfrm>
            <a:off x="2764551" y="2850389"/>
            <a:ext cx="49784" cy="59720"/>
          </a:xfrm>
          <a:prstGeom prst="cloud">
            <a:avLst/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urved Connector 29"/>
          <p:cNvCxnSpPr>
            <a:stCxn id="29" idx="2"/>
          </p:cNvCxnSpPr>
          <p:nvPr/>
        </p:nvCxnSpPr>
        <p:spPr>
          <a:xfrm rot="10800000" flipV="1">
            <a:off x="2145075" y="2880249"/>
            <a:ext cx="619630" cy="91806"/>
          </a:xfrm>
          <a:prstGeom prst="curvedConnector3">
            <a:avLst>
              <a:gd name="adj1" fmla="val 50000"/>
            </a:avLst>
          </a:prstGeom>
          <a:ln w="12700">
            <a:solidFill>
              <a:srgbClr val="FF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/>
          <p:cNvCxnSpPr>
            <a:stCxn id="27" idx="2"/>
          </p:cNvCxnSpPr>
          <p:nvPr/>
        </p:nvCxnSpPr>
        <p:spPr>
          <a:xfrm rot="10800000" flipV="1">
            <a:off x="2235817" y="3068491"/>
            <a:ext cx="464860" cy="43716"/>
          </a:xfrm>
          <a:prstGeom prst="curvedConnector3">
            <a:avLst>
              <a:gd name="adj1" fmla="val 50000"/>
            </a:avLst>
          </a:prstGeom>
          <a:ln w="12700">
            <a:solidFill>
              <a:srgbClr val="FF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26" idx="2"/>
          </p:cNvCxnSpPr>
          <p:nvPr/>
        </p:nvCxnSpPr>
        <p:spPr>
          <a:xfrm rot="10800000">
            <a:off x="2043139" y="3180501"/>
            <a:ext cx="727810" cy="74650"/>
          </a:xfrm>
          <a:prstGeom prst="curvedConnector3">
            <a:avLst>
              <a:gd name="adj1" fmla="val 50000"/>
            </a:avLst>
          </a:prstGeom>
          <a:ln w="12700">
            <a:solidFill>
              <a:srgbClr val="FF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/>
          <p:nvPr/>
        </p:nvCxnSpPr>
        <p:spPr>
          <a:xfrm rot="10800000" flipV="1">
            <a:off x="2144666" y="2896813"/>
            <a:ext cx="898611" cy="127162"/>
          </a:xfrm>
          <a:prstGeom prst="curvedConnector3">
            <a:avLst>
              <a:gd name="adj1" fmla="val 50000"/>
            </a:avLst>
          </a:prstGeom>
          <a:ln w="12700">
            <a:solidFill>
              <a:srgbClr val="FF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613031" y="2066261"/>
            <a:ext cx="23431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Example:ClCH2CH3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Curved Connector 48"/>
          <p:cNvCxnSpPr>
            <a:stCxn id="17" idx="2"/>
          </p:cNvCxnSpPr>
          <p:nvPr/>
        </p:nvCxnSpPr>
        <p:spPr>
          <a:xfrm rot="10800000">
            <a:off x="2185155" y="3196765"/>
            <a:ext cx="850113" cy="47398"/>
          </a:xfrm>
          <a:prstGeom prst="curvedConnector3">
            <a:avLst>
              <a:gd name="adj1" fmla="val 50000"/>
            </a:avLst>
          </a:prstGeom>
          <a:ln w="12700">
            <a:solidFill>
              <a:srgbClr val="FF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67483" y="4319913"/>
            <a:ext cx="57594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 atom can pull the electrons adjacent to hydrogen towards itself due to its high electronegativity and H becomes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deshielded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is what exactly happens to another H atom but it is less severe, So it becomes more shielded.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460337" y="2769131"/>
            <a:ext cx="2149522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CH2CH3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Cloud 63"/>
          <p:cNvSpPr/>
          <p:nvPr/>
        </p:nvSpPr>
        <p:spPr>
          <a:xfrm>
            <a:off x="7288837" y="3210361"/>
            <a:ext cx="45719" cy="59720"/>
          </a:xfrm>
          <a:prstGeom prst="cloud">
            <a:avLst/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loud 64"/>
          <p:cNvSpPr/>
          <p:nvPr/>
        </p:nvSpPr>
        <p:spPr>
          <a:xfrm>
            <a:off x="7092516" y="3255151"/>
            <a:ext cx="45719" cy="59720"/>
          </a:xfrm>
          <a:prstGeom prst="cloud">
            <a:avLst/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Cloud 65"/>
          <p:cNvSpPr/>
          <p:nvPr/>
        </p:nvSpPr>
        <p:spPr>
          <a:xfrm>
            <a:off x="6989113" y="3020415"/>
            <a:ext cx="45719" cy="72261"/>
          </a:xfrm>
          <a:prstGeom prst="cloud">
            <a:avLst/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Cloud 66"/>
          <p:cNvSpPr/>
          <p:nvPr/>
        </p:nvSpPr>
        <p:spPr>
          <a:xfrm>
            <a:off x="7288837" y="2844118"/>
            <a:ext cx="45719" cy="72261"/>
          </a:xfrm>
          <a:prstGeom prst="cloud">
            <a:avLst/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Cloud 67"/>
          <p:cNvSpPr/>
          <p:nvPr/>
        </p:nvSpPr>
        <p:spPr>
          <a:xfrm>
            <a:off x="7087794" y="2830523"/>
            <a:ext cx="49784" cy="59720"/>
          </a:xfrm>
          <a:prstGeom prst="cloud">
            <a:avLst/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Curved Connector 68"/>
          <p:cNvCxnSpPr>
            <a:stCxn id="68" idx="2"/>
          </p:cNvCxnSpPr>
          <p:nvPr/>
        </p:nvCxnSpPr>
        <p:spPr>
          <a:xfrm rot="10800000" flipV="1">
            <a:off x="6850624" y="2860383"/>
            <a:ext cx="237325" cy="29860"/>
          </a:xfrm>
          <a:prstGeom prst="curvedConnector3">
            <a:avLst>
              <a:gd name="adj1" fmla="val 50000"/>
            </a:avLst>
          </a:prstGeom>
          <a:ln>
            <a:solidFill>
              <a:srgbClr val="FF9999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urved Connector 69"/>
          <p:cNvCxnSpPr>
            <a:stCxn id="66" idx="2"/>
          </p:cNvCxnSpPr>
          <p:nvPr/>
        </p:nvCxnSpPr>
        <p:spPr>
          <a:xfrm rot="10800000" flipV="1">
            <a:off x="6811951" y="3056546"/>
            <a:ext cx="177304" cy="19722"/>
          </a:xfrm>
          <a:prstGeom prst="curvedConnector3">
            <a:avLst>
              <a:gd name="adj1" fmla="val 50000"/>
            </a:avLst>
          </a:prstGeom>
          <a:ln>
            <a:solidFill>
              <a:srgbClr val="FF9999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urved Connector 70"/>
          <p:cNvCxnSpPr>
            <a:stCxn id="65" idx="2"/>
          </p:cNvCxnSpPr>
          <p:nvPr/>
        </p:nvCxnSpPr>
        <p:spPr>
          <a:xfrm rot="10800000">
            <a:off x="6849632" y="3265663"/>
            <a:ext cx="243027" cy="19349"/>
          </a:xfrm>
          <a:prstGeom prst="curvedConnector3">
            <a:avLst>
              <a:gd name="adj1" fmla="val 50000"/>
            </a:avLst>
          </a:prstGeom>
          <a:ln cap="flat">
            <a:solidFill>
              <a:srgbClr val="FF9999"/>
            </a:solidFill>
            <a:miter lim="800000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urved Connector 71"/>
          <p:cNvCxnSpPr/>
          <p:nvPr/>
        </p:nvCxnSpPr>
        <p:spPr>
          <a:xfrm rot="10800000" flipV="1">
            <a:off x="7112686" y="2874935"/>
            <a:ext cx="176152" cy="34705"/>
          </a:xfrm>
          <a:prstGeom prst="curvedConnector3">
            <a:avLst>
              <a:gd name="adj1" fmla="val 50000"/>
            </a:avLst>
          </a:prstGeom>
          <a:ln>
            <a:solidFill>
              <a:srgbClr val="FF9999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/>
          <p:cNvCxnSpPr>
            <a:stCxn id="64" idx="2"/>
          </p:cNvCxnSpPr>
          <p:nvPr/>
        </p:nvCxnSpPr>
        <p:spPr>
          <a:xfrm rot="10800000">
            <a:off x="7034833" y="3225291"/>
            <a:ext cx="254147" cy="14930"/>
          </a:xfrm>
          <a:prstGeom prst="curvedConnector3">
            <a:avLst>
              <a:gd name="adj1" fmla="val 50000"/>
            </a:avLst>
          </a:prstGeom>
          <a:ln>
            <a:solidFill>
              <a:srgbClr val="FF9999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386701" y="3433038"/>
            <a:ext cx="1260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Deshielded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896679" y="3428916"/>
            <a:ext cx="1260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hielded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Freeform 81"/>
          <p:cNvSpPr/>
          <p:nvPr/>
        </p:nvSpPr>
        <p:spPr>
          <a:xfrm rot="10800000" flipH="1">
            <a:off x="506508" y="956995"/>
            <a:ext cx="7475054" cy="639272"/>
          </a:xfrm>
          <a:custGeom>
            <a:avLst/>
            <a:gdLst>
              <a:gd name="connsiteX0" fmla="*/ 4335854 w 9966739"/>
              <a:gd name="connsiteY0" fmla="*/ 835738 h 852363"/>
              <a:gd name="connsiteX1" fmla="*/ 3991899 w 9966739"/>
              <a:gd name="connsiteY1" fmla="*/ 835738 h 852363"/>
              <a:gd name="connsiteX2" fmla="*/ 4335854 w 9966739"/>
              <a:gd name="connsiteY2" fmla="*/ 417870 h 852363"/>
              <a:gd name="connsiteX3" fmla="*/ 3991899 w 9966739"/>
              <a:gd name="connsiteY3" fmla="*/ 2 h 852363"/>
              <a:gd name="connsiteX4" fmla="*/ 4335854 w 9966739"/>
              <a:gd name="connsiteY4" fmla="*/ 2 h 852363"/>
              <a:gd name="connsiteX5" fmla="*/ 4679809 w 9966739"/>
              <a:gd name="connsiteY5" fmla="*/ 417870 h 852363"/>
              <a:gd name="connsiteX6" fmla="*/ 1132475 w 9966739"/>
              <a:gd name="connsiteY6" fmla="*/ 835738 h 852363"/>
              <a:gd name="connsiteX7" fmla="*/ 0 w 9966739"/>
              <a:gd name="connsiteY7" fmla="*/ 835738 h 852363"/>
              <a:gd name="connsiteX8" fmla="*/ 0 w 9966739"/>
              <a:gd name="connsiteY8" fmla="*/ 1 h 852363"/>
              <a:gd name="connsiteX9" fmla="*/ 1132475 w 9966739"/>
              <a:gd name="connsiteY9" fmla="*/ 1 h 852363"/>
              <a:gd name="connsiteX10" fmla="*/ 1550343 w 9966739"/>
              <a:gd name="connsiteY10" fmla="*/ 417870 h 852363"/>
              <a:gd name="connsiteX11" fmla="*/ 1737498 w 9966739"/>
              <a:gd name="connsiteY11" fmla="*/ 835739 h 852363"/>
              <a:gd name="connsiteX12" fmla="*/ 1411576 w 9966739"/>
              <a:gd name="connsiteY12" fmla="*/ 835739 h 852363"/>
              <a:gd name="connsiteX13" fmla="*/ 1737498 w 9966739"/>
              <a:gd name="connsiteY13" fmla="*/ 417871 h 852363"/>
              <a:gd name="connsiteX14" fmla="*/ 1411576 w 9966739"/>
              <a:gd name="connsiteY14" fmla="*/ 3 h 852363"/>
              <a:gd name="connsiteX15" fmla="*/ 1737498 w 9966739"/>
              <a:gd name="connsiteY15" fmla="*/ 3 h 852363"/>
              <a:gd name="connsiteX16" fmla="*/ 2063420 w 9966739"/>
              <a:gd name="connsiteY16" fmla="*/ 417871 h 852363"/>
              <a:gd name="connsiteX17" fmla="*/ 6960549 w 9966739"/>
              <a:gd name="connsiteY17" fmla="*/ 835740 h 852363"/>
              <a:gd name="connsiteX18" fmla="*/ 6627034 w 9966739"/>
              <a:gd name="connsiteY18" fmla="*/ 835740 h 852363"/>
              <a:gd name="connsiteX19" fmla="*/ 6960549 w 9966739"/>
              <a:gd name="connsiteY19" fmla="*/ 417871 h 852363"/>
              <a:gd name="connsiteX20" fmla="*/ 6627034 w 9966739"/>
              <a:gd name="connsiteY20" fmla="*/ 2 h 852363"/>
              <a:gd name="connsiteX21" fmla="*/ 6960549 w 9966739"/>
              <a:gd name="connsiteY21" fmla="*/ 2 h 852363"/>
              <a:gd name="connsiteX22" fmla="*/ 7294061 w 9966739"/>
              <a:gd name="connsiteY22" fmla="*/ 417871 h 852363"/>
              <a:gd name="connsiteX23" fmla="*/ 6358905 w 9966739"/>
              <a:gd name="connsiteY23" fmla="*/ 852360 h 852363"/>
              <a:gd name="connsiteX24" fmla="*/ 5234741 w 9966739"/>
              <a:gd name="connsiteY24" fmla="*/ 852360 h 852363"/>
              <a:gd name="connsiteX25" fmla="*/ 5234741 w 9966739"/>
              <a:gd name="connsiteY25" fmla="*/ 1 h 852363"/>
              <a:gd name="connsiteX26" fmla="*/ 6358905 w 9966739"/>
              <a:gd name="connsiteY26" fmla="*/ 1 h 852363"/>
              <a:gd name="connsiteX27" fmla="*/ 6785084 w 9966739"/>
              <a:gd name="connsiteY27" fmla="*/ 426181 h 852363"/>
              <a:gd name="connsiteX28" fmla="*/ 8979392 w 9966739"/>
              <a:gd name="connsiteY28" fmla="*/ 852361 h 852363"/>
              <a:gd name="connsiteX29" fmla="*/ 7855229 w 9966739"/>
              <a:gd name="connsiteY29" fmla="*/ 852361 h 852363"/>
              <a:gd name="connsiteX30" fmla="*/ 7855229 w 9966739"/>
              <a:gd name="connsiteY30" fmla="*/ 1 h 852363"/>
              <a:gd name="connsiteX31" fmla="*/ 8979392 w 9966739"/>
              <a:gd name="connsiteY31" fmla="*/ 1 h 852363"/>
              <a:gd name="connsiteX32" fmla="*/ 9405572 w 9966739"/>
              <a:gd name="connsiteY32" fmla="*/ 426181 h 852363"/>
              <a:gd name="connsiteX33" fmla="*/ 3738414 w 9966739"/>
              <a:gd name="connsiteY33" fmla="*/ 852362 h 852363"/>
              <a:gd name="connsiteX34" fmla="*/ 2614252 w 9966739"/>
              <a:gd name="connsiteY34" fmla="*/ 852362 h 852363"/>
              <a:gd name="connsiteX35" fmla="*/ 2614252 w 9966739"/>
              <a:gd name="connsiteY35" fmla="*/ 0 h 852363"/>
              <a:gd name="connsiteX36" fmla="*/ 3738414 w 9966739"/>
              <a:gd name="connsiteY36" fmla="*/ 0 h 852363"/>
              <a:gd name="connsiteX37" fmla="*/ 4164595 w 9966739"/>
              <a:gd name="connsiteY37" fmla="*/ 426181 h 852363"/>
              <a:gd name="connsiteX38" fmla="*/ 9586713 w 9966739"/>
              <a:gd name="connsiteY38" fmla="*/ 852363 h 852363"/>
              <a:gd name="connsiteX39" fmla="*/ 9206687 w 9966739"/>
              <a:gd name="connsiteY39" fmla="*/ 852363 h 852363"/>
              <a:gd name="connsiteX40" fmla="*/ 9586713 w 9966739"/>
              <a:gd name="connsiteY40" fmla="*/ 426182 h 852363"/>
              <a:gd name="connsiteX41" fmla="*/ 9206687 w 9966739"/>
              <a:gd name="connsiteY41" fmla="*/ 1 h 852363"/>
              <a:gd name="connsiteX42" fmla="*/ 9586713 w 9966739"/>
              <a:gd name="connsiteY42" fmla="*/ 1 h 852363"/>
              <a:gd name="connsiteX43" fmla="*/ 9966739 w 9966739"/>
              <a:gd name="connsiteY43" fmla="*/ 426182 h 8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966739" h="852363">
                <a:moveTo>
                  <a:pt x="4335854" y="835738"/>
                </a:moveTo>
                <a:lnTo>
                  <a:pt x="3991899" y="835738"/>
                </a:lnTo>
                <a:lnTo>
                  <a:pt x="4335854" y="417870"/>
                </a:lnTo>
                <a:lnTo>
                  <a:pt x="3991899" y="2"/>
                </a:lnTo>
                <a:lnTo>
                  <a:pt x="4335854" y="2"/>
                </a:lnTo>
                <a:lnTo>
                  <a:pt x="4679809" y="417870"/>
                </a:lnTo>
                <a:close/>
                <a:moveTo>
                  <a:pt x="1132475" y="835738"/>
                </a:moveTo>
                <a:lnTo>
                  <a:pt x="0" y="835738"/>
                </a:lnTo>
                <a:lnTo>
                  <a:pt x="0" y="1"/>
                </a:lnTo>
                <a:lnTo>
                  <a:pt x="1132475" y="1"/>
                </a:lnTo>
                <a:lnTo>
                  <a:pt x="1550343" y="417870"/>
                </a:lnTo>
                <a:close/>
                <a:moveTo>
                  <a:pt x="1737498" y="835739"/>
                </a:moveTo>
                <a:lnTo>
                  <a:pt x="1411576" y="835739"/>
                </a:lnTo>
                <a:lnTo>
                  <a:pt x="1737498" y="417871"/>
                </a:lnTo>
                <a:lnTo>
                  <a:pt x="1411576" y="3"/>
                </a:lnTo>
                <a:lnTo>
                  <a:pt x="1737498" y="3"/>
                </a:lnTo>
                <a:lnTo>
                  <a:pt x="2063420" y="417871"/>
                </a:lnTo>
                <a:close/>
                <a:moveTo>
                  <a:pt x="6960549" y="835740"/>
                </a:moveTo>
                <a:lnTo>
                  <a:pt x="6627034" y="835740"/>
                </a:lnTo>
                <a:lnTo>
                  <a:pt x="6960549" y="417871"/>
                </a:lnTo>
                <a:lnTo>
                  <a:pt x="6627034" y="2"/>
                </a:lnTo>
                <a:lnTo>
                  <a:pt x="6960549" y="2"/>
                </a:lnTo>
                <a:lnTo>
                  <a:pt x="7294061" y="417871"/>
                </a:lnTo>
                <a:close/>
                <a:moveTo>
                  <a:pt x="6358905" y="852360"/>
                </a:moveTo>
                <a:lnTo>
                  <a:pt x="5234741" y="852360"/>
                </a:lnTo>
                <a:lnTo>
                  <a:pt x="5234741" y="1"/>
                </a:lnTo>
                <a:lnTo>
                  <a:pt x="6358905" y="1"/>
                </a:lnTo>
                <a:lnTo>
                  <a:pt x="6785084" y="426181"/>
                </a:lnTo>
                <a:close/>
                <a:moveTo>
                  <a:pt x="8979392" y="852361"/>
                </a:moveTo>
                <a:lnTo>
                  <a:pt x="7855229" y="852361"/>
                </a:lnTo>
                <a:lnTo>
                  <a:pt x="7855229" y="1"/>
                </a:lnTo>
                <a:lnTo>
                  <a:pt x="8979392" y="1"/>
                </a:lnTo>
                <a:lnTo>
                  <a:pt x="9405572" y="426181"/>
                </a:lnTo>
                <a:close/>
                <a:moveTo>
                  <a:pt x="3738414" y="852362"/>
                </a:moveTo>
                <a:lnTo>
                  <a:pt x="2614252" y="852362"/>
                </a:lnTo>
                <a:lnTo>
                  <a:pt x="2614252" y="0"/>
                </a:lnTo>
                <a:lnTo>
                  <a:pt x="3738414" y="0"/>
                </a:lnTo>
                <a:lnTo>
                  <a:pt x="4164595" y="426181"/>
                </a:lnTo>
                <a:close/>
                <a:moveTo>
                  <a:pt x="9586713" y="852363"/>
                </a:moveTo>
                <a:lnTo>
                  <a:pt x="9206687" y="852363"/>
                </a:lnTo>
                <a:lnTo>
                  <a:pt x="9586713" y="426182"/>
                </a:lnTo>
                <a:lnTo>
                  <a:pt x="9206687" y="1"/>
                </a:lnTo>
                <a:lnTo>
                  <a:pt x="9586713" y="1"/>
                </a:lnTo>
                <a:lnTo>
                  <a:pt x="9966739" y="4261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3" name="Pentagon 82"/>
          <p:cNvSpPr/>
          <p:nvPr/>
        </p:nvSpPr>
        <p:spPr>
          <a:xfrm>
            <a:off x="2450176" y="956994"/>
            <a:ext cx="1197032" cy="642158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4" name="Chevron 83"/>
          <p:cNvSpPr/>
          <p:nvPr/>
        </p:nvSpPr>
        <p:spPr>
          <a:xfrm>
            <a:off x="3478877" y="956994"/>
            <a:ext cx="548639" cy="639274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380074" y="1007610"/>
            <a:ext cx="1093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Sample preparation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481270" y="1115332"/>
            <a:ext cx="1014887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47543" y="1121299"/>
            <a:ext cx="115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86578" y="1115331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48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0800000" flipH="1">
            <a:off x="506508" y="956995"/>
            <a:ext cx="7475054" cy="639272"/>
          </a:xfrm>
          <a:custGeom>
            <a:avLst/>
            <a:gdLst>
              <a:gd name="connsiteX0" fmla="*/ 4335854 w 9966739"/>
              <a:gd name="connsiteY0" fmla="*/ 835738 h 852363"/>
              <a:gd name="connsiteX1" fmla="*/ 3991899 w 9966739"/>
              <a:gd name="connsiteY1" fmla="*/ 835738 h 852363"/>
              <a:gd name="connsiteX2" fmla="*/ 4335854 w 9966739"/>
              <a:gd name="connsiteY2" fmla="*/ 417870 h 852363"/>
              <a:gd name="connsiteX3" fmla="*/ 3991899 w 9966739"/>
              <a:gd name="connsiteY3" fmla="*/ 2 h 852363"/>
              <a:gd name="connsiteX4" fmla="*/ 4335854 w 9966739"/>
              <a:gd name="connsiteY4" fmla="*/ 2 h 852363"/>
              <a:gd name="connsiteX5" fmla="*/ 4679809 w 9966739"/>
              <a:gd name="connsiteY5" fmla="*/ 417870 h 852363"/>
              <a:gd name="connsiteX6" fmla="*/ 1132475 w 9966739"/>
              <a:gd name="connsiteY6" fmla="*/ 835738 h 852363"/>
              <a:gd name="connsiteX7" fmla="*/ 0 w 9966739"/>
              <a:gd name="connsiteY7" fmla="*/ 835738 h 852363"/>
              <a:gd name="connsiteX8" fmla="*/ 0 w 9966739"/>
              <a:gd name="connsiteY8" fmla="*/ 1 h 852363"/>
              <a:gd name="connsiteX9" fmla="*/ 1132475 w 9966739"/>
              <a:gd name="connsiteY9" fmla="*/ 1 h 852363"/>
              <a:gd name="connsiteX10" fmla="*/ 1550343 w 9966739"/>
              <a:gd name="connsiteY10" fmla="*/ 417870 h 852363"/>
              <a:gd name="connsiteX11" fmla="*/ 1737498 w 9966739"/>
              <a:gd name="connsiteY11" fmla="*/ 835739 h 852363"/>
              <a:gd name="connsiteX12" fmla="*/ 1411576 w 9966739"/>
              <a:gd name="connsiteY12" fmla="*/ 835739 h 852363"/>
              <a:gd name="connsiteX13" fmla="*/ 1737498 w 9966739"/>
              <a:gd name="connsiteY13" fmla="*/ 417871 h 852363"/>
              <a:gd name="connsiteX14" fmla="*/ 1411576 w 9966739"/>
              <a:gd name="connsiteY14" fmla="*/ 3 h 852363"/>
              <a:gd name="connsiteX15" fmla="*/ 1737498 w 9966739"/>
              <a:gd name="connsiteY15" fmla="*/ 3 h 852363"/>
              <a:gd name="connsiteX16" fmla="*/ 2063420 w 9966739"/>
              <a:gd name="connsiteY16" fmla="*/ 417871 h 852363"/>
              <a:gd name="connsiteX17" fmla="*/ 6960549 w 9966739"/>
              <a:gd name="connsiteY17" fmla="*/ 835740 h 852363"/>
              <a:gd name="connsiteX18" fmla="*/ 6627034 w 9966739"/>
              <a:gd name="connsiteY18" fmla="*/ 835740 h 852363"/>
              <a:gd name="connsiteX19" fmla="*/ 6960549 w 9966739"/>
              <a:gd name="connsiteY19" fmla="*/ 417871 h 852363"/>
              <a:gd name="connsiteX20" fmla="*/ 6627034 w 9966739"/>
              <a:gd name="connsiteY20" fmla="*/ 2 h 852363"/>
              <a:gd name="connsiteX21" fmla="*/ 6960549 w 9966739"/>
              <a:gd name="connsiteY21" fmla="*/ 2 h 852363"/>
              <a:gd name="connsiteX22" fmla="*/ 7294061 w 9966739"/>
              <a:gd name="connsiteY22" fmla="*/ 417871 h 852363"/>
              <a:gd name="connsiteX23" fmla="*/ 6358905 w 9966739"/>
              <a:gd name="connsiteY23" fmla="*/ 852360 h 852363"/>
              <a:gd name="connsiteX24" fmla="*/ 5234741 w 9966739"/>
              <a:gd name="connsiteY24" fmla="*/ 852360 h 852363"/>
              <a:gd name="connsiteX25" fmla="*/ 5234741 w 9966739"/>
              <a:gd name="connsiteY25" fmla="*/ 1 h 852363"/>
              <a:gd name="connsiteX26" fmla="*/ 6358905 w 9966739"/>
              <a:gd name="connsiteY26" fmla="*/ 1 h 852363"/>
              <a:gd name="connsiteX27" fmla="*/ 6785084 w 9966739"/>
              <a:gd name="connsiteY27" fmla="*/ 426181 h 852363"/>
              <a:gd name="connsiteX28" fmla="*/ 8979392 w 9966739"/>
              <a:gd name="connsiteY28" fmla="*/ 852361 h 852363"/>
              <a:gd name="connsiteX29" fmla="*/ 7855229 w 9966739"/>
              <a:gd name="connsiteY29" fmla="*/ 852361 h 852363"/>
              <a:gd name="connsiteX30" fmla="*/ 7855229 w 9966739"/>
              <a:gd name="connsiteY30" fmla="*/ 1 h 852363"/>
              <a:gd name="connsiteX31" fmla="*/ 8979392 w 9966739"/>
              <a:gd name="connsiteY31" fmla="*/ 1 h 852363"/>
              <a:gd name="connsiteX32" fmla="*/ 9405572 w 9966739"/>
              <a:gd name="connsiteY32" fmla="*/ 426181 h 852363"/>
              <a:gd name="connsiteX33" fmla="*/ 3738414 w 9966739"/>
              <a:gd name="connsiteY33" fmla="*/ 852362 h 852363"/>
              <a:gd name="connsiteX34" fmla="*/ 2614252 w 9966739"/>
              <a:gd name="connsiteY34" fmla="*/ 852362 h 852363"/>
              <a:gd name="connsiteX35" fmla="*/ 2614252 w 9966739"/>
              <a:gd name="connsiteY35" fmla="*/ 0 h 852363"/>
              <a:gd name="connsiteX36" fmla="*/ 3738414 w 9966739"/>
              <a:gd name="connsiteY36" fmla="*/ 0 h 852363"/>
              <a:gd name="connsiteX37" fmla="*/ 4164595 w 9966739"/>
              <a:gd name="connsiteY37" fmla="*/ 426181 h 852363"/>
              <a:gd name="connsiteX38" fmla="*/ 9586713 w 9966739"/>
              <a:gd name="connsiteY38" fmla="*/ 852363 h 852363"/>
              <a:gd name="connsiteX39" fmla="*/ 9206687 w 9966739"/>
              <a:gd name="connsiteY39" fmla="*/ 852363 h 852363"/>
              <a:gd name="connsiteX40" fmla="*/ 9586713 w 9966739"/>
              <a:gd name="connsiteY40" fmla="*/ 426182 h 852363"/>
              <a:gd name="connsiteX41" fmla="*/ 9206687 w 9966739"/>
              <a:gd name="connsiteY41" fmla="*/ 1 h 852363"/>
              <a:gd name="connsiteX42" fmla="*/ 9586713 w 9966739"/>
              <a:gd name="connsiteY42" fmla="*/ 1 h 852363"/>
              <a:gd name="connsiteX43" fmla="*/ 9966739 w 9966739"/>
              <a:gd name="connsiteY43" fmla="*/ 426182 h 8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966739" h="852363">
                <a:moveTo>
                  <a:pt x="4335854" y="835738"/>
                </a:moveTo>
                <a:lnTo>
                  <a:pt x="3991899" y="835738"/>
                </a:lnTo>
                <a:lnTo>
                  <a:pt x="4335854" y="417870"/>
                </a:lnTo>
                <a:lnTo>
                  <a:pt x="3991899" y="2"/>
                </a:lnTo>
                <a:lnTo>
                  <a:pt x="4335854" y="2"/>
                </a:lnTo>
                <a:lnTo>
                  <a:pt x="4679809" y="417870"/>
                </a:lnTo>
                <a:close/>
                <a:moveTo>
                  <a:pt x="1132475" y="835738"/>
                </a:moveTo>
                <a:lnTo>
                  <a:pt x="0" y="835738"/>
                </a:lnTo>
                <a:lnTo>
                  <a:pt x="0" y="1"/>
                </a:lnTo>
                <a:lnTo>
                  <a:pt x="1132475" y="1"/>
                </a:lnTo>
                <a:lnTo>
                  <a:pt x="1550343" y="417870"/>
                </a:lnTo>
                <a:close/>
                <a:moveTo>
                  <a:pt x="1737498" y="835739"/>
                </a:moveTo>
                <a:lnTo>
                  <a:pt x="1411576" y="835739"/>
                </a:lnTo>
                <a:lnTo>
                  <a:pt x="1737498" y="417871"/>
                </a:lnTo>
                <a:lnTo>
                  <a:pt x="1411576" y="3"/>
                </a:lnTo>
                <a:lnTo>
                  <a:pt x="1737498" y="3"/>
                </a:lnTo>
                <a:lnTo>
                  <a:pt x="2063420" y="417871"/>
                </a:lnTo>
                <a:close/>
                <a:moveTo>
                  <a:pt x="6960549" y="835740"/>
                </a:moveTo>
                <a:lnTo>
                  <a:pt x="6627034" y="835740"/>
                </a:lnTo>
                <a:lnTo>
                  <a:pt x="6960549" y="417871"/>
                </a:lnTo>
                <a:lnTo>
                  <a:pt x="6627034" y="2"/>
                </a:lnTo>
                <a:lnTo>
                  <a:pt x="6960549" y="2"/>
                </a:lnTo>
                <a:lnTo>
                  <a:pt x="7294061" y="417871"/>
                </a:lnTo>
                <a:close/>
                <a:moveTo>
                  <a:pt x="6358905" y="852360"/>
                </a:moveTo>
                <a:lnTo>
                  <a:pt x="5234741" y="852360"/>
                </a:lnTo>
                <a:lnTo>
                  <a:pt x="5234741" y="1"/>
                </a:lnTo>
                <a:lnTo>
                  <a:pt x="6358905" y="1"/>
                </a:lnTo>
                <a:lnTo>
                  <a:pt x="6785084" y="426181"/>
                </a:lnTo>
                <a:close/>
                <a:moveTo>
                  <a:pt x="8979392" y="852361"/>
                </a:moveTo>
                <a:lnTo>
                  <a:pt x="7855229" y="852361"/>
                </a:lnTo>
                <a:lnTo>
                  <a:pt x="7855229" y="1"/>
                </a:lnTo>
                <a:lnTo>
                  <a:pt x="8979392" y="1"/>
                </a:lnTo>
                <a:lnTo>
                  <a:pt x="9405572" y="426181"/>
                </a:lnTo>
                <a:close/>
                <a:moveTo>
                  <a:pt x="3738414" y="852362"/>
                </a:moveTo>
                <a:lnTo>
                  <a:pt x="2614252" y="852362"/>
                </a:lnTo>
                <a:lnTo>
                  <a:pt x="2614252" y="0"/>
                </a:lnTo>
                <a:lnTo>
                  <a:pt x="3738414" y="0"/>
                </a:lnTo>
                <a:lnTo>
                  <a:pt x="4164595" y="426181"/>
                </a:lnTo>
                <a:close/>
                <a:moveTo>
                  <a:pt x="9586713" y="852363"/>
                </a:moveTo>
                <a:lnTo>
                  <a:pt x="9206687" y="852363"/>
                </a:lnTo>
                <a:lnTo>
                  <a:pt x="9586713" y="426182"/>
                </a:lnTo>
                <a:lnTo>
                  <a:pt x="9206687" y="1"/>
                </a:lnTo>
                <a:lnTo>
                  <a:pt x="9586713" y="1"/>
                </a:lnTo>
                <a:lnTo>
                  <a:pt x="9966739" y="4261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4432761" y="954109"/>
            <a:ext cx="1172095" cy="642158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Chevron 5"/>
          <p:cNvSpPr/>
          <p:nvPr/>
        </p:nvSpPr>
        <p:spPr>
          <a:xfrm>
            <a:off x="5467696" y="954109"/>
            <a:ext cx="511233" cy="642158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12" name="Half Frame 11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34873" y="1012657"/>
            <a:ext cx="1180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Sample preparation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7543" y="1121299"/>
            <a:ext cx="115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2290" y="1120379"/>
            <a:ext cx="1014887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lide Number Placeholder 11"/>
          <p:cNvSpPr txBox="1">
            <a:spLocks/>
          </p:cNvSpPr>
          <p:nvPr/>
        </p:nvSpPr>
        <p:spPr>
          <a:xfrm>
            <a:off x="3577508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11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82428" y="2251888"/>
            <a:ext cx="28950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 Solvents for NMR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2843" y="3296652"/>
            <a:ext cx="85424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CDCl3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35191" y="3308683"/>
            <a:ext cx="128789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DMSO-d6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92858" y="3296652"/>
            <a:ext cx="73816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D2O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34873" y="3320715"/>
            <a:ext cx="133550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Acetone-d6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86578" y="1115331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42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0800000" flipH="1">
            <a:off x="506508" y="956995"/>
            <a:ext cx="7475054" cy="639272"/>
          </a:xfrm>
          <a:custGeom>
            <a:avLst/>
            <a:gdLst>
              <a:gd name="connsiteX0" fmla="*/ 4335854 w 9966739"/>
              <a:gd name="connsiteY0" fmla="*/ 835738 h 852363"/>
              <a:gd name="connsiteX1" fmla="*/ 3991899 w 9966739"/>
              <a:gd name="connsiteY1" fmla="*/ 835738 h 852363"/>
              <a:gd name="connsiteX2" fmla="*/ 4335854 w 9966739"/>
              <a:gd name="connsiteY2" fmla="*/ 417870 h 852363"/>
              <a:gd name="connsiteX3" fmla="*/ 3991899 w 9966739"/>
              <a:gd name="connsiteY3" fmla="*/ 2 h 852363"/>
              <a:gd name="connsiteX4" fmla="*/ 4335854 w 9966739"/>
              <a:gd name="connsiteY4" fmla="*/ 2 h 852363"/>
              <a:gd name="connsiteX5" fmla="*/ 4679809 w 9966739"/>
              <a:gd name="connsiteY5" fmla="*/ 417870 h 852363"/>
              <a:gd name="connsiteX6" fmla="*/ 1132475 w 9966739"/>
              <a:gd name="connsiteY6" fmla="*/ 835738 h 852363"/>
              <a:gd name="connsiteX7" fmla="*/ 0 w 9966739"/>
              <a:gd name="connsiteY7" fmla="*/ 835738 h 852363"/>
              <a:gd name="connsiteX8" fmla="*/ 0 w 9966739"/>
              <a:gd name="connsiteY8" fmla="*/ 1 h 852363"/>
              <a:gd name="connsiteX9" fmla="*/ 1132475 w 9966739"/>
              <a:gd name="connsiteY9" fmla="*/ 1 h 852363"/>
              <a:gd name="connsiteX10" fmla="*/ 1550343 w 9966739"/>
              <a:gd name="connsiteY10" fmla="*/ 417870 h 852363"/>
              <a:gd name="connsiteX11" fmla="*/ 1737498 w 9966739"/>
              <a:gd name="connsiteY11" fmla="*/ 835739 h 852363"/>
              <a:gd name="connsiteX12" fmla="*/ 1411576 w 9966739"/>
              <a:gd name="connsiteY12" fmla="*/ 835739 h 852363"/>
              <a:gd name="connsiteX13" fmla="*/ 1737498 w 9966739"/>
              <a:gd name="connsiteY13" fmla="*/ 417871 h 852363"/>
              <a:gd name="connsiteX14" fmla="*/ 1411576 w 9966739"/>
              <a:gd name="connsiteY14" fmla="*/ 3 h 852363"/>
              <a:gd name="connsiteX15" fmla="*/ 1737498 w 9966739"/>
              <a:gd name="connsiteY15" fmla="*/ 3 h 852363"/>
              <a:gd name="connsiteX16" fmla="*/ 2063420 w 9966739"/>
              <a:gd name="connsiteY16" fmla="*/ 417871 h 852363"/>
              <a:gd name="connsiteX17" fmla="*/ 6960549 w 9966739"/>
              <a:gd name="connsiteY17" fmla="*/ 835740 h 852363"/>
              <a:gd name="connsiteX18" fmla="*/ 6627034 w 9966739"/>
              <a:gd name="connsiteY18" fmla="*/ 835740 h 852363"/>
              <a:gd name="connsiteX19" fmla="*/ 6960549 w 9966739"/>
              <a:gd name="connsiteY19" fmla="*/ 417871 h 852363"/>
              <a:gd name="connsiteX20" fmla="*/ 6627034 w 9966739"/>
              <a:gd name="connsiteY20" fmla="*/ 2 h 852363"/>
              <a:gd name="connsiteX21" fmla="*/ 6960549 w 9966739"/>
              <a:gd name="connsiteY21" fmla="*/ 2 h 852363"/>
              <a:gd name="connsiteX22" fmla="*/ 7294061 w 9966739"/>
              <a:gd name="connsiteY22" fmla="*/ 417871 h 852363"/>
              <a:gd name="connsiteX23" fmla="*/ 6358905 w 9966739"/>
              <a:gd name="connsiteY23" fmla="*/ 852360 h 852363"/>
              <a:gd name="connsiteX24" fmla="*/ 5234741 w 9966739"/>
              <a:gd name="connsiteY24" fmla="*/ 852360 h 852363"/>
              <a:gd name="connsiteX25" fmla="*/ 5234741 w 9966739"/>
              <a:gd name="connsiteY25" fmla="*/ 1 h 852363"/>
              <a:gd name="connsiteX26" fmla="*/ 6358905 w 9966739"/>
              <a:gd name="connsiteY26" fmla="*/ 1 h 852363"/>
              <a:gd name="connsiteX27" fmla="*/ 6785084 w 9966739"/>
              <a:gd name="connsiteY27" fmla="*/ 426181 h 852363"/>
              <a:gd name="connsiteX28" fmla="*/ 8979392 w 9966739"/>
              <a:gd name="connsiteY28" fmla="*/ 852361 h 852363"/>
              <a:gd name="connsiteX29" fmla="*/ 7855229 w 9966739"/>
              <a:gd name="connsiteY29" fmla="*/ 852361 h 852363"/>
              <a:gd name="connsiteX30" fmla="*/ 7855229 w 9966739"/>
              <a:gd name="connsiteY30" fmla="*/ 1 h 852363"/>
              <a:gd name="connsiteX31" fmla="*/ 8979392 w 9966739"/>
              <a:gd name="connsiteY31" fmla="*/ 1 h 852363"/>
              <a:gd name="connsiteX32" fmla="*/ 9405572 w 9966739"/>
              <a:gd name="connsiteY32" fmla="*/ 426181 h 852363"/>
              <a:gd name="connsiteX33" fmla="*/ 3738414 w 9966739"/>
              <a:gd name="connsiteY33" fmla="*/ 852362 h 852363"/>
              <a:gd name="connsiteX34" fmla="*/ 2614252 w 9966739"/>
              <a:gd name="connsiteY34" fmla="*/ 852362 h 852363"/>
              <a:gd name="connsiteX35" fmla="*/ 2614252 w 9966739"/>
              <a:gd name="connsiteY35" fmla="*/ 0 h 852363"/>
              <a:gd name="connsiteX36" fmla="*/ 3738414 w 9966739"/>
              <a:gd name="connsiteY36" fmla="*/ 0 h 852363"/>
              <a:gd name="connsiteX37" fmla="*/ 4164595 w 9966739"/>
              <a:gd name="connsiteY37" fmla="*/ 426181 h 852363"/>
              <a:gd name="connsiteX38" fmla="*/ 9586713 w 9966739"/>
              <a:gd name="connsiteY38" fmla="*/ 852363 h 852363"/>
              <a:gd name="connsiteX39" fmla="*/ 9206687 w 9966739"/>
              <a:gd name="connsiteY39" fmla="*/ 852363 h 852363"/>
              <a:gd name="connsiteX40" fmla="*/ 9586713 w 9966739"/>
              <a:gd name="connsiteY40" fmla="*/ 426182 h 852363"/>
              <a:gd name="connsiteX41" fmla="*/ 9206687 w 9966739"/>
              <a:gd name="connsiteY41" fmla="*/ 1 h 852363"/>
              <a:gd name="connsiteX42" fmla="*/ 9586713 w 9966739"/>
              <a:gd name="connsiteY42" fmla="*/ 1 h 852363"/>
              <a:gd name="connsiteX43" fmla="*/ 9966739 w 9966739"/>
              <a:gd name="connsiteY43" fmla="*/ 426182 h 8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966739" h="852363">
                <a:moveTo>
                  <a:pt x="4335854" y="835738"/>
                </a:moveTo>
                <a:lnTo>
                  <a:pt x="3991899" y="835738"/>
                </a:lnTo>
                <a:lnTo>
                  <a:pt x="4335854" y="417870"/>
                </a:lnTo>
                <a:lnTo>
                  <a:pt x="3991899" y="2"/>
                </a:lnTo>
                <a:lnTo>
                  <a:pt x="4335854" y="2"/>
                </a:lnTo>
                <a:lnTo>
                  <a:pt x="4679809" y="417870"/>
                </a:lnTo>
                <a:close/>
                <a:moveTo>
                  <a:pt x="1132475" y="835738"/>
                </a:moveTo>
                <a:lnTo>
                  <a:pt x="0" y="835738"/>
                </a:lnTo>
                <a:lnTo>
                  <a:pt x="0" y="1"/>
                </a:lnTo>
                <a:lnTo>
                  <a:pt x="1132475" y="1"/>
                </a:lnTo>
                <a:lnTo>
                  <a:pt x="1550343" y="417870"/>
                </a:lnTo>
                <a:close/>
                <a:moveTo>
                  <a:pt x="1737498" y="835739"/>
                </a:moveTo>
                <a:lnTo>
                  <a:pt x="1411576" y="835739"/>
                </a:lnTo>
                <a:lnTo>
                  <a:pt x="1737498" y="417871"/>
                </a:lnTo>
                <a:lnTo>
                  <a:pt x="1411576" y="3"/>
                </a:lnTo>
                <a:lnTo>
                  <a:pt x="1737498" y="3"/>
                </a:lnTo>
                <a:lnTo>
                  <a:pt x="2063420" y="417871"/>
                </a:lnTo>
                <a:close/>
                <a:moveTo>
                  <a:pt x="6960549" y="835740"/>
                </a:moveTo>
                <a:lnTo>
                  <a:pt x="6627034" y="835740"/>
                </a:lnTo>
                <a:lnTo>
                  <a:pt x="6960549" y="417871"/>
                </a:lnTo>
                <a:lnTo>
                  <a:pt x="6627034" y="2"/>
                </a:lnTo>
                <a:lnTo>
                  <a:pt x="6960549" y="2"/>
                </a:lnTo>
                <a:lnTo>
                  <a:pt x="7294061" y="417871"/>
                </a:lnTo>
                <a:close/>
                <a:moveTo>
                  <a:pt x="6358905" y="852360"/>
                </a:moveTo>
                <a:lnTo>
                  <a:pt x="5234741" y="852360"/>
                </a:lnTo>
                <a:lnTo>
                  <a:pt x="5234741" y="1"/>
                </a:lnTo>
                <a:lnTo>
                  <a:pt x="6358905" y="1"/>
                </a:lnTo>
                <a:lnTo>
                  <a:pt x="6785084" y="426181"/>
                </a:lnTo>
                <a:close/>
                <a:moveTo>
                  <a:pt x="8979392" y="852361"/>
                </a:moveTo>
                <a:lnTo>
                  <a:pt x="7855229" y="852361"/>
                </a:lnTo>
                <a:lnTo>
                  <a:pt x="7855229" y="1"/>
                </a:lnTo>
                <a:lnTo>
                  <a:pt x="8979392" y="1"/>
                </a:lnTo>
                <a:lnTo>
                  <a:pt x="9405572" y="426181"/>
                </a:lnTo>
                <a:close/>
                <a:moveTo>
                  <a:pt x="3738414" y="852362"/>
                </a:moveTo>
                <a:lnTo>
                  <a:pt x="2614252" y="852362"/>
                </a:lnTo>
                <a:lnTo>
                  <a:pt x="2614252" y="0"/>
                </a:lnTo>
                <a:lnTo>
                  <a:pt x="3738414" y="0"/>
                </a:lnTo>
                <a:lnTo>
                  <a:pt x="4164595" y="426181"/>
                </a:lnTo>
                <a:close/>
                <a:moveTo>
                  <a:pt x="9586713" y="852363"/>
                </a:moveTo>
                <a:lnTo>
                  <a:pt x="9206687" y="852363"/>
                </a:lnTo>
                <a:lnTo>
                  <a:pt x="9586713" y="426182"/>
                </a:lnTo>
                <a:lnTo>
                  <a:pt x="9206687" y="1"/>
                </a:lnTo>
                <a:lnTo>
                  <a:pt x="9586713" y="1"/>
                </a:lnTo>
                <a:lnTo>
                  <a:pt x="9966739" y="4261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4432761" y="954109"/>
            <a:ext cx="1172095" cy="642158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Chevron 5"/>
          <p:cNvSpPr/>
          <p:nvPr/>
        </p:nvSpPr>
        <p:spPr>
          <a:xfrm>
            <a:off x="5467696" y="954109"/>
            <a:ext cx="511233" cy="642158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7543" y="1121299"/>
            <a:ext cx="115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2290" y="1120380"/>
            <a:ext cx="1014887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lide Number Placeholder 11"/>
          <p:cNvSpPr txBox="1">
            <a:spLocks/>
          </p:cNvSpPr>
          <p:nvPr/>
        </p:nvSpPr>
        <p:spPr>
          <a:xfrm>
            <a:off x="3577508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13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18147" y="2474118"/>
            <a:ext cx="255185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NMR, PNMR, FNMR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0140" y="3859905"/>
            <a:ext cx="87830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CNMR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04876" y="2474118"/>
            <a:ext cx="331815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5-10 mg sample in 0.5-0.7 solvent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32761" y="3859904"/>
            <a:ext cx="343971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30-40 mg sample in 0.5-0.7 solvent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894144" y="4044570"/>
            <a:ext cx="102815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577508" y="2658784"/>
            <a:ext cx="666527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6651" y="4615543"/>
            <a:ext cx="6287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Samples must be dried as possible before dissolving in solvent (freeze drying method is helpful)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80074" y="1007610"/>
            <a:ext cx="1093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Sample preparation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86578" y="1115331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87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alf Frame 10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26" name="Slide Number Placeholder 11"/>
          <p:cNvSpPr txBox="1">
            <a:spLocks/>
          </p:cNvSpPr>
          <p:nvPr/>
        </p:nvSpPr>
        <p:spPr>
          <a:xfrm>
            <a:off x="3577508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12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3348" t="3342" r="3877" b="299"/>
          <a:stretch/>
        </p:blipFill>
        <p:spPr>
          <a:xfrm>
            <a:off x="745898" y="1700182"/>
            <a:ext cx="4692316" cy="2680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30637" y="5262086"/>
            <a:ext cx="267402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TMS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Tetramethylsilane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has been chosen as the reference material because its 12 protons are absorbed at equal frequency.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51" y="4380411"/>
            <a:ext cx="4805845" cy="23831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330637" y="1946663"/>
                <a:ext cx="2534689" cy="218726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l-GR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:  </a:t>
                </a:r>
              </a:p>
              <a:p>
                <a:r>
                  <a:rPr lang="el-GR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is defined to solve the problem of showing incomparable absorbing frequencies when using different magnets.</a:t>
                </a:r>
              </a:p>
              <a:p>
                <a:r>
                  <a:rPr lang="el-GR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𝑣𝑟𝑒𝑓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𝑣𝑟𝑒𝑓</m:t>
                        </m:r>
                      </m:den>
                    </m:f>
                  </m:oMath>
                </a14:m>
                <a:r>
                  <a:rPr lang="en-US" dirty="0" smtClean="0"/>
                  <a:t> 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637" y="1946663"/>
                <a:ext cx="2534689" cy="2187265"/>
              </a:xfrm>
              <a:prstGeom prst="rect">
                <a:avLst/>
              </a:prstGeom>
              <a:blipFill>
                <a:blip r:embed="rId5"/>
                <a:stretch>
                  <a:fillRect l="-1675" t="-1108" b="-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 18"/>
          <p:cNvSpPr/>
          <p:nvPr/>
        </p:nvSpPr>
        <p:spPr>
          <a:xfrm rot="10800000" flipH="1">
            <a:off x="506508" y="956995"/>
            <a:ext cx="7475054" cy="639272"/>
          </a:xfrm>
          <a:custGeom>
            <a:avLst/>
            <a:gdLst>
              <a:gd name="connsiteX0" fmla="*/ 4335854 w 9966739"/>
              <a:gd name="connsiteY0" fmla="*/ 835738 h 852363"/>
              <a:gd name="connsiteX1" fmla="*/ 3991899 w 9966739"/>
              <a:gd name="connsiteY1" fmla="*/ 835738 h 852363"/>
              <a:gd name="connsiteX2" fmla="*/ 4335854 w 9966739"/>
              <a:gd name="connsiteY2" fmla="*/ 417870 h 852363"/>
              <a:gd name="connsiteX3" fmla="*/ 3991899 w 9966739"/>
              <a:gd name="connsiteY3" fmla="*/ 2 h 852363"/>
              <a:gd name="connsiteX4" fmla="*/ 4335854 w 9966739"/>
              <a:gd name="connsiteY4" fmla="*/ 2 h 852363"/>
              <a:gd name="connsiteX5" fmla="*/ 4679809 w 9966739"/>
              <a:gd name="connsiteY5" fmla="*/ 417870 h 852363"/>
              <a:gd name="connsiteX6" fmla="*/ 1132475 w 9966739"/>
              <a:gd name="connsiteY6" fmla="*/ 835738 h 852363"/>
              <a:gd name="connsiteX7" fmla="*/ 0 w 9966739"/>
              <a:gd name="connsiteY7" fmla="*/ 835738 h 852363"/>
              <a:gd name="connsiteX8" fmla="*/ 0 w 9966739"/>
              <a:gd name="connsiteY8" fmla="*/ 1 h 852363"/>
              <a:gd name="connsiteX9" fmla="*/ 1132475 w 9966739"/>
              <a:gd name="connsiteY9" fmla="*/ 1 h 852363"/>
              <a:gd name="connsiteX10" fmla="*/ 1550343 w 9966739"/>
              <a:gd name="connsiteY10" fmla="*/ 417870 h 852363"/>
              <a:gd name="connsiteX11" fmla="*/ 1737498 w 9966739"/>
              <a:gd name="connsiteY11" fmla="*/ 835739 h 852363"/>
              <a:gd name="connsiteX12" fmla="*/ 1411576 w 9966739"/>
              <a:gd name="connsiteY12" fmla="*/ 835739 h 852363"/>
              <a:gd name="connsiteX13" fmla="*/ 1737498 w 9966739"/>
              <a:gd name="connsiteY13" fmla="*/ 417871 h 852363"/>
              <a:gd name="connsiteX14" fmla="*/ 1411576 w 9966739"/>
              <a:gd name="connsiteY14" fmla="*/ 3 h 852363"/>
              <a:gd name="connsiteX15" fmla="*/ 1737498 w 9966739"/>
              <a:gd name="connsiteY15" fmla="*/ 3 h 852363"/>
              <a:gd name="connsiteX16" fmla="*/ 2063420 w 9966739"/>
              <a:gd name="connsiteY16" fmla="*/ 417871 h 852363"/>
              <a:gd name="connsiteX17" fmla="*/ 6960549 w 9966739"/>
              <a:gd name="connsiteY17" fmla="*/ 835740 h 852363"/>
              <a:gd name="connsiteX18" fmla="*/ 6627034 w 9966739"/>
              <a:gd name="connsiteY18" fmla="*/ 835740 h 852363"/>
              <a:gd name="connsiteX19" fmla="*/ 6960549 w 9966739"/>
              <a:gd name="connsiteY19" fmla="*/ 417871 h 852363"/>
              <a:gd name="connsiteX20" fmla="*/ 6627034 w 9966739"/>
              <a:gd name="connsiteY20" fmla="*/ 2 h 852363"/>
              <a:gd name="connsiteX21" fmla="*/ 6960549 w 9966739"/>
              <a:gd name="connsiteY21" fmla="*/ 2 h 852363"/>
              <a:gd name="connsiteX22" fmla="*/ 7294061 w 9966739"/>
              <a:gd name="connsiteY22" fmla="*/ 417871 h 852363"/>
              <a:gd name="connsiteX23" fmla="*/ 6358905 w 9966739"/>
              <a:gd name="connsiteY23" fmla="*/ 852360 h 852363"/>
              <a:gd name="connsiteX24" fmla="*/ 5234741 w 9966739"/>
              <a:gd name="connsiteY24" fmla="*/ 852360 h 852363"/>
              <a:gd name="connsiteX25" fmla="*/ 5234741 w 9966739"/>
              <a:gd name="connsiteY25" fmla="*/ 1 h 852363"/>
              <a:gd name="connsiteX26" fmla="*/ 6358905 w 9966739"/>
              <a:gd name="connsiteY26" fmla="*/ 1 h 852363"/>
              <a:gd name="connsiteX27" fmla="*/ 6785084 w 9966739"/>
              <a:gd name="connsiteY27" fmla="*/ 426181 h 852363"/>
              <a:gd name="connsiteX28" fmla="*/ 8979392 w 9966739"/>
              <a:gd name="connsiteY28" fmla="*/ 852361 h 852363"/>
              <a:gd name="connsiteX29" fmla="*/ 7855229 w 9966739"/>
              <a:gd name="connsiteY29" fmla="*/ 852361 h 852363"/>
              <a:gd name="connsiteX30" fmla="*/ 7855229 w 9966739"/>
              <a:gd name="connsiteY30" fmla="*/ 1 h 852363"/>
              <a:gd name="connsiteX31" fmla="*/ 8979392 w 9966739"/>
              <a:gd name="connsiteY31" fmla="*/ 1 h 852363"/>
              <a:gd name="connsiteX32" fmla="*/ 9405572 w 9966739"/>
              <a:gd name="connsiteY32" fmla="*/ 426181 h 852363"/>
              <a:gd name="connsiteX33" fmla="*/ 3738414 w 9966739"/>
              <a:gd name="connsiteY33" fmla="*/ 852362 h 852363"/>
              <a:gd name="connsiteX34" fmla="*/ 2614252 w 9966739"/>
              <a:gd name="connsiteY34" fmla="*/ 852362 h 852363"/>
              <a:gd name="connsiteX35" fmla="*/ 2614252 w 9966739"/>
              <a:gd name="connsiteY35" fmla="*/ 0 h 852363"/>
              <a:gd name="connsiteX36" fmla="*/ 3738414 w 9966739"/>
              <a:gd name="connsiteY36" fmla="*/ 0 h 852363"/>
              <a:gd name="connsiteX37" fmla="*/ 4164595 w 9966739"/>
              <a:gd name="connsiteY37" fmla="*/ 426181 h 852363"/>
              <a:gd name="connsiteX38" fmla="*/ 9586713 w 9966739"/>
              <a:gd name="connsiteY38" fmla="*/ 852363 h 852363"/>
              <a:gd name="connsiteX39" fmla="*/ 9206687 w 9966739"/>
              <a:gd name="connsiteY39" fmla="*/ 852363 h 852363"/>
              <a:gd name="connsiteX40" fmla="*/ 9586713 w 9966739"/>
              <a:gd name="connsiteY40" fmla="*/ 426182 h 852363"/>
              <a:gd name="connsiteX41" fmla="*/ 9206687 w 9966739"/>
              <a:gd name="connsiteY41" fmla="*/ 1 h 852363"/>
              <a:gd name="connsiteX42" fmla="*/ 9586713 w 9966739"/>
              <a:gd name="connsiteY42" fmla="*/ 1 h 852363"/>
              <a:gd name="connsiteX43" fmla="*/ 9966739 w 9966739"/>
              <a:gd name="connsiteY43" fmla="*/ 426182 h 8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966739" h="852363">
                <a:moveTo>
                  <a:pt x="4335854" y="835738"/>
                </a:moveTo>
                <a:lnTo>
                  <a:pt x="3991899" y="835738"/>
                </a:lnTo>
                <a:lnTo>
                  <a:pt x="4335854" y="417870"/>
                </a:lnTo>
                <a:lnTo>
                  <a:pt x="3991899" y="2"/>
                </a:lnTo>
                <a:lnTo>
                  <a:pt x="4335854" y="2"/>
                </a:lnTo>
                <a:lnTo>
                  <a:pt x="4679809" y="417870"/>
                </a:lnTo>
                <a:close/>
                <a:moveTo>
                  <a:pt x="1132475" y="835738"/>
                </a:moveTo>
                <a:lnTo>
                  <a:pt x="0" y="835738"/>
                </a:lnTo>
                <a:lnTo>
                  <a:pt x="0" y="1"/>
                </a:lnTo>
                <a:lnTo>
                  <a:pt x="1132475" y="1"/>
                </a:lnTo>
                <a:lnTo>
                  <a:pt x="1550343" y="417870"/>
                </a:lnTo>
                <a:close/>
                <a:moveTo>
                  <a:pt x="1737498" y="835739"/>
                </a:moveTo>
                <a:lnTo>
                  <a:pt x="1411576" y="835739"/>
                </a:lnTo>
                <a:lnTo>
                  <a:pt x="1737498" y="417871"/>
                </a:lnTo>
                <a:lnTo>
                  <a:pt x="1411576" y="3"/>
                </a:lnTo>
                <a:lnTo>
                  <a:pt x="1737498" y="3"/>
                </a:lnTo>
                <a:lnTo>
                  <a:pt x="2063420" y="417871"/>
                </a:lnTo>
                <a:close/>
                <a:moveTo>
                  <a:pt x="6960549" y="835740"/>
                </a:moveTo>
                <a:lnTo>
                  <a:pt x="6627034" y="835740"/>
                </a:lnTo>
                <a:lnTo>
                  <a:pt x="6960549" y="417871"/>
                </a:lnTo>
                <a:lnTo>
                  <a:pt x="6627034" y="2"/>
                </a:lnTo>
                <a:lnTo>
                  <a:pt x="6960549" y="2"/>
                </a:lnTo>
                <a:lnTo>
                  <a:pt x="7294061" y="417871"/>
                </a:lnTo>
                <a:close/>
                <a:moveTo>
                  <a:pt x="6358905" y="852360"/>
                </a:moveTo>
                <a:lnTo>
                  <a:pt x="5234741" y="852360"/>
                </a:lnTo>
                <a:lnTo>
                  <a:pt x="5234741" y="1"/>
                </a:lnTo>
                <a:lnTo>
                  <a:pt x="6358905" y="1"/>
                </a:lnTo>
                <a:lnTo>
                  <a:pt x="6785084" y="426181"/>
                </a:lnTo>
                <a:close/>
                <a:moveTo>
                  <a:pt x="8979392" y="852361"/>
                </a:moveTo>
                <a:lnTo>
                  <a:pt x="7855229" y="852361"/>
                </a:lnTo>
                <a:lnTo>
                  <a:pt x="7855229" y="1"/>
                </a:lnTo>
                <a:lnTo>
                  <a:pt x="8979392" y="1"/>
                </a:lnTo>
                <a:lnTo>
                  <a:pt x="9405572" y="426181"/>
                </a:lnTo>
                <a:close/>
                <a:moveTo>
                  <a:pt x="3738414" y="852362"/>
                </a:moveTo>
                <a:lnTo>
                  <a:pt x="2614252" y="852362"/>
                </a:lnTo>
                <a:lnTo>
                  <a:pt x="2614252" y="0"/>
                </a:lnTo>
                <a:lnTo>
                  <a:pt x="3738414" y="0"/>
                </a:lnTo>
                <a:lnTo>
                  <a:pt x="4164595" y="426181"/>
                </a:lnTo>
                <a:close/>
                <a:moveTo>
                  <a:pt x="9586713" y="852363"/>
                </a:moveTo>
                <a:lnTo>
                  <a:pt x="9206687" y="852363"/>
                </a:lnTo>
                <a:lnTo>
                  <a:pt x="9586713" y="426182"/>
                </a:lnTo>
                <a:lnTo>
                  <a:pt x="9206687" y="1"/>
                </a:lnTo>
                <a:lnTo>
                  <a:pt x="9586713" y="1"/>
                </a:lnTo>
                <a:lnTo>
                  <a:pt x="9966739" y="4261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04876" y="1013577"/>
            <a:ext cx="1033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543" y="1121299"/>
            <a:ext cx="115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86701" y="905855"/>
            <a:ext cx="1014887" cy="738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Materials &amp;</a:t>
            </a:r>
          </a:p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8055" y="1120380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9" name="Pentagon 28"/>
          <p:cNvSpPr/>
          <p:nvPr/>
        </p:nvSpPr>
        <p:spPr>
          <a:xfrm>
            <a:off x="6348054" y="938718"/>
            <a:ext cx="1259436" cy="657550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Chevron 29"/>
          <p:cNvSpPr/>
          <p:nvPr/>
        </p:nvSpPr>
        <p:spPr>
          <a:xfrm>
            <a:off x="7402627" y="938718"/>
            <a:ext cx="578935" cy="657550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99706" y="1113604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67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alf Frame 10"/>
          <p:cNvSpPr/>
          <p:nvPr/>
        </p:nvSpPr>
        <p:spPr>
          <a:xfrm>
            <a:off x="0" y="0"/>
            <a:ext cx="3721995" cy="6000750"/>
          </a:xfrm>
          <a:prstGeom prst="halfFrame">
            <a:avLst>
              <a:gd name="adj1" fmla="val 9982"/>
              <a:gd name="adj2" fmla="val 11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fa-IR" sz="135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33" y="79144"/>
            <a:ext cx="1108602" cy="1108602"/>
          </a:xfrm>
          <a:prstGeom prst="rect">
            <a:avLst/>
          </a:prstGeom>
        </p:spPr>
      </p:pic>
      <p:sp>
        <p:nvSpPr>
          <p:cNvPr id="14" name="Slide Number Placeholder 11"/>
          <p:cNvSpPr txBox="1">
            <a:spLocks/>
          </p:cNvSpPr>
          <p:nvPr/>
        </p:nvSpPr>
        <p:spPr>
          <a:xfrm>
            <a:off x="3577508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4B8381B-B3BA-4C2C-B532-2A09B574A935}" type="slidenum">
              <a:rPr lang="en-US" smtClean="0"/>
              <a:pPr algn="ctr"/>
              <a:t>14</a:t>
            </a:fld>
            <a:endParaRPr lang="en-US" dirty="0"/>
          </a:p>
        </p:txBody>
      </p:sp>
      <p:sp>
        <p:nvSpPr>
          <p:cNvPr id="15" name="Freeform 14"/>
          <p:cNvSpPr/>
          <p:nvPr/>
        </p:nvSpPr>
        <p:spPr>
          <a:xfrm rot="10800000" flipH="1">
            <a:off x="506508" y="956995"/>
            <a:ext cx="7475054" cy="639272"/>
          </a:xfrm>
          <a:custGeom>
            <a:avLst/>
            <a:gdLst>
              <a:gd name="connsiteX0" fmla="*/ 4335854 w 9966739"/>
              <a:gd name="connsiteY0" fmla="*/ 835738 h 852363"/>
              <a:gd name="connsiteX1" fmla="*/ 3991899 w 9966739"/>
              <a:gd name="connsiteY1" fmla="*/ 835738 h 852363"/>
              <a:gd name="connsiteX2" fmla="*/ 4335854 w 9966739"/>
              <a:gd name="connsiteY2" fmla="*/ 417870 h 852363"/>
              <a:gd name="connsiteX3" fmla="*/ 3991899 w 9966739"/>
              <a:gd name="connsiteY3" fmla="*/ 2 h 852363"/>
              <a:gd name="connsiteX4" fmla="*/ 4335854 w 9966739"/>
              <a:gd name="connsiteY4" fmla="*/ 2 h 852363"/>
              <a:gd name="connsiteX5" fmla="*/ 4679809 w 9966739"/>
              <a:gd name="connsiteY5" fmla="*/ 417870 h 852363"/>
              <a:gd name="connsiteX6" fmla="*/ 1132475 w 9966739"/>
              <a:gd name="connsiteY6" fmla="*/ 835738 h 852363"/>
              <a:gd name="connsiteX7" fmla="*/ 0 w 9966739"/>
              <a:gd name="connsiteY7" fmla="*/ 835738 h 852363"/>
              <a:gd name="connsiteX8" fmla="*/ 0 w 9966739"/>
              <a:gd name="connsiteY8" fmla="*/ 1 h 852363"/>
              <a:gd name="connsiteX9" fmla="*/ 1132475 w 9966739"/>
              <a:gd name="connsiteY9" fmla="*/ 1 h 852363"/>
              <a:gd name="connsiteX10" fmla="*/ 1550343 w 9966739"/>
              <a:gd name="connsiteY10" fmla="*/ 417870 h 852363"/>
              <a:gd name="connsiteX11" fmla="*/ 1737498 w 9966739"/>
              <a:gd name="connsiteY11" fmla="*/ 835739 h 852363"/>
              <a:gd name="connsiteX12" fmla="*/ 1411576 w 9966739"/>
              <a:gd name="connsiteY12" fmla="*/ 835739 h 852363"/>
              <a:gd name="connsiteX13" fmla="*/ 1737498 w 9966739"/>
              <a:gd name="connsiteY13" fmla="*/ 417871 h 852363"/>
              <a:gd name="connsiteX14" fmla="*/ 1411576 w 9966739"/>
              <a:gd name="connsiteY14" fmla="*/ 3 h 852363"/>
              <a:gd name="connsiteX15" fmla="*/ 1737498 w 9966739"/>
              <a:gd name="connsiteY15" fmla="*/ 3 h 852363"/>
              <a:gd name="connsiteX16" fmla="*/ 2063420 w 9966739"/>
              <a:gd name="connsiteY16" fmla="*/ 417871 h 852363"/>
              <a:gd name="connsiteX17" fmla="*/ 6960549 w 9966739"/>
              <a:gd name="connsiteY17" fmla="*/ 835740 h 852363"/>
              <a:gd name="connsiteX18" fmla="*/ 6627034 w 9966739"/>
              <a:gd name="connsiteY18" fmla="*/ 835740 h 852363"/>
              <a:gd name="connsiteX19" fmla="*/ 6960549 w 9966739"/>
              <a:gd name="connsiteY19" fmla="*/ 417871 h 852363"/>
              <a:gd name="connsiteX20" fmla="*/ 6627034 w 9966739"/>
              <a:gd name="connsiteY20" fmla="*/ 2 h 852363"/>
              <a:gd name="connsiteX21" fmla="*/ 6960549 w 9966739"/>
              <a:gd name="connsiteY21" fmla="*/ 2 h 852363"/>
              <a:gd name="connsiteX22" fmla="*/ 7294061 w 9966739"/>
              <a:gd name="connsiteY22" fmla="*/ 417871 h 852363"/>
              <a:gd name="connsiteX23" fmla="*/ 6358905 w 9966739"/>
              <a:gd name="connsiteY23" fmla="*/ 852360 h 852363"/>
              <a:gd name="connsiteX24" fmla="*/ 5234741 w 9966739"/>
              <a:gd name="connsiteY24" fmla="*/ 852360 h 852363"/>
              <a:gd name="connsiteX25" fmla="*/ 5234741 w 9966739"/>
              <a:gd name="connsiteY25" fmla="*/ 1 h 852363"/>
              <a:gd name="connsiteX26" fmla="*/ 6358905 w 9966739"/>
              <a:gd name="connsiteY26" fmla="*/ 1 h 852363"/>
              <a:gd name="connsiteX27" fmla="*/ 6785084 w 9966739"/>
              <a:gd name="connsiteY27" fmla="*/ 426181 h 852363"/>
              <a:gd name="connsiteX28" fmla="*/ 8979392 w 9966739"/>
              <a:gd name="connsiteY28" fmla="*/ 852361 h 852363"/>
              <a:gd name="connsiteX29" fmla="*/ 7855229 w 9966739"/>
              <a:gd name="connsiteY29" fmla="*/ 852361 h 852363"/>
              <a:gd name="connsiteX30" fmla="*/ 7855229 w 9966739"/>
              <a:gd name="connsiteY30" fmla="*/ 1 h 852363"/>
              <a:gd name="connsiteX31" fmla="*/ 8979392 w 9966739"/>
              <a:gd name="connsiteY31" fmla="*/ 1 h 852363"/>
              <a:gd name="connsiteX32" fmla="*/ 9405572 w 9966739"/>
              <a:gd name="connsiteY32" fmla="*/ 426181 h 852363"/>
              <a:gd name="connsiteX33" fmla="*/ 3738414 w 9966739"/>
              <a:gd name="connsiteY33" fmla="*/ 852362 h 852363"/>
              <a:gd name="connsiteX34" fmla="*/ 2614252 w 9966739"/>
              <a:gd name="connsiteY34" fmla="*/ 852362 h 852363"/>
              <a:gd name="connsiteX35" fmla="*/ 2614252 w 9966739"/>
              <a:gd name="connsiteY35" fmla="*/ 0 h 852363"/>
              <a:gd name="connsiteX36" fmla="*/ 3738414 w 9966739"/>
              <a:gd name="connsiteY36" fmla="*/ 0 h 852363"/>
              <a:gd name="connsiteX37" fmla="*/ 4164595 w 9966739"/>
              <a:gd name="connsiteY37" fmla="*/ 426181 h 852363"/>
              <a:gd name="connsiteX38" fmla="*/ 9586713 w 9966739"/>
              <a:gd name="connsiteY38" fmla="*/ 852363 h 852363"/>
              <a:gd name="connsiteX39" fmla="*/ 9206687 w 9966739"/>
              <a:gd name="connsiteY39" fmla="*/ 852363 h 852363"/>
              <a:gd name="connsiteX40" fmla="*/ 9586713 w 9966739"/>
              <a:gd name="connsiteY40" fmla="*/ 426182 h 852363"/>
              <a:gd name="connsiteX41" fmla="*/ 9206687 w 9966739"/>
              <a:gd name="connsiteY41" fmla="*/ 1 h 852363"/>
              <a:gd name="connsiteX42" fmla="*/ 9586713 w 9966739"/>
              <a:gd name="connsiteY42" fmla="*/ 1 h 852363"/>
              <a:gd name="connsiteX43" fmla="*/ 9966739 w 9966739"/>
              <a:gd name="connsiteY43" fmla="*/ 426182 h 8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966739" h="852363">
                <a:moveTo>
                  <a:pt x="4335854" y="835738"/>
                </a:moveTo>
                <a:lnTo>
                  <a:pt x="3991899" y="835738"/>
                </a:lnTo>
                <a:lnTo>
                  <a:pt x="4335854" y="417870"/>
                </a:lnTo>
                <a:lnTo>
                  <a:pt x="3991899" y="2"/>
                </a:lnTo>
                <a:lnTo>
                  <a:pt x="4335854" y="2"/>
                </a:lnTo>
                <a:lnTo>
                  <a:pt x="4679809" y="417870"/>
                </a:lnTo>
                <a:close/>
                <a:moveTo>
                  <a:pt x="1132475" y="835738"/>
                </a:moveTo>
                <a:lnTo>
                  <a:pt x="0" y="835738"/>
                </a:lnTo>
                <a:lnTo>
                  <a:pt x="0" y="1"/>
                </a:lnTo>
                <a:lnTo>
                  <a:pt x="1132475" y="1"/>
                </a:lnTo>
                <a:lnTo>
                  <a:pt x="1550343" y="417870"/>
                </a:lnTo>
                <a:close/>
                <a:moveTo>
                  <a:pt x="1737498" y="835739"/>
                </a:moveTo>
                <a:lnTo>
                  <a:pt x="1411576" y="835739"/>
                </a:lnTo>
                <a:lnTo>
                  <a:pt x="1737498" y="417871"/>
                </a:lnTo>
                <a:lnTo>
                  <a:pt x="1411576" y="3"/>
                </a:lnTo>
                <a:lnTo>
                  <a:pt x="1737498" y="3"/>
                </a:lnTo>
                <a:lnTo>
                  <a:pt x="2063420" y="417871"/>
                </a:lnTo>
                <a:close/>
                <a:moveTo>
                  <a:pt x="6960549" y="835740"/>
                </a:moveTo>
                <a:lnTo>
                  <a:pt x="6627034" y="835740"/>
                </a:lnTo>
                <a:lnTo>
                  <a:pt x="6960549" y="417871"/>
                </a:lnTo>
                <a:lnTo>
                  <a:pt x="6627034" y="2"/>
                </a:lnTo>
                <a:lnTo>
                  <a:pt x="6960549" y="2"/>
                </a:lnTo>
                <a:lnTo>
                  <a:pt x="7294061" y="417871"/>
                </a:lnTo>
                <a:close/>
                <a:moveTo>
                  <a:pt x="6358905" y="852360"/>
                </a:moveTo>
                <a:lnTo>
                  <a:pt x="5234741" y="852360"/>
                </a:lnTo>
                <a:lnTo>
                  <a:pt x="5234741" y="1"/>
                </a:lnTo>
                <a:lnTo>
                  <a:pt x="6358905" y="1"/>
                </a:lnTo>
                <a:lnTo>
                  <a:pt x="6785084" y="426181"/>
                </a:lnTo>
                <a:close/>
                <a:moveTo>
                  <a:pt x="8979392" y="852361"/>
                </a:moveTo>
                <a:lnTo>
                  <a:pt x="7855229" y="852361"/>
                </a:lnTo>
                <a:lnTo>
                  <a:pt x="7855229" y="1"/>
                </a:lnTo>
                <a:lnTo>
                  <a:pt x="8979392" y="1"/>
                </a:lnTo>
                <a:lnTo>
                  <a:pt x="9405572" y="426181"/>
                </a:lnTo>
                <a:close/>
                <a:moveTo>
                  <a:pt x="3738414" y="852362"/>
                </a:moveTo>
                <a:lnTo>
                  <a:pt x="2614252" y="852362"/>
                </a:lnTo>
                <a:lnTo>
                  <a:pt x="2614252" y="0"/>
                </a:lnTo>
                <a:lnTo>
                  <a:pt x="3738414" y="0"/>
                </a:lnTo>
                <a:lnTo>
                  <a:pt x="4164595" y="426181"/>
                </a:lnTo>
                <a:close/>
                <a:moveTo>
                  <a:pt x="9586713" y="852363"/>
                </a:moveTo>
                <a:lnTo>
                  <a:pt x="9206687" y="852363"/>
                </a:lnTo>
                <a:lnTo>
                  <a:pt x="9586713" y="426182"/>
                </a:lnTo>
                <a:lnTo>
                  <a:pt x="9206687" y="1"/>
                </a:lnTo>
                <a:lnTo>
                  <a:pt x="9586713" y="1"/>
                </a:lnTo>
                <a:lnTo>
                  <a:pt x="9966739" y="4261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04876" y="1013577"/>
            <a:ext cx="1033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43" y="1121299"/>
            <a:ext cx="115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6701" y="905855"/>
            <a:ext cx="1014887" cy="738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Materials &amp;</a:t>
            </a:r>
          </a:p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8055" y="1120380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4" name="Pentagon 23"/>
          <p:cNvSpPr/>
          <p:nvPr/>
        </p:nvSpPr>
        <p:spPr>
          <a:xfrm>
            <a:off x="6348054" y="938718"/>
            <a:ext cx="1259436" cy="657550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5" name="Chevron 24"/>
          <p:cNvSpPr/>
          <p:nvPr/>
        </p:nvSpPr>
        <p:spPr>
          <a:xfrm>
            <a:off x="7402627" y="938718"/>
            <a:ext cx="578935" cy="657550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99706" y="1113604"/>
            <a:ext cx="1054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79" y="2658096"/>
            <a:ext cx="8220075" cy="39147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9234" y="1933303"/>
            <a:ext cx="289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HNMR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51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8381B-B3BA-4C2C-B532-2A09B574A935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0" y="1"/>
            <a:ext cx="95014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0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2898</TotalTime>
  <Words>511</Words>
  <Application>Microsoft Office PowerPoint</Application>
  <PresentationFormat>On-screen Show (4:3)</PresentationFormat>
  <Paragraphs>219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Colonna MT</vt:lpstr>
      <vt:lpstr>IranNastaliq</vt:lpstr>
      <vt:lpstr>Tempus Sans ITC</vt:lpstr>
      <vt:lpstr>Times New Roman</vt:lpstr>
      <vt:lpstr>Wingdings</vt:lpstr>
      <vt:lpstr>Office Theme</vt:lpstr>
      <vt:lpstr>Package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RGF</dc:creator>
  <cp:lastModifiedBy>RGF</cp:lastModifiedBy>
  <cp:revision>138</cp:revision>
  <dcterms:created xsi:type="dcterms:W3CDTF">2021-10-08T12:14:31Z</dcterms:created>
  <dcterms:modified xsi:type="dcterms:W3CDTF">2022-04-14T15:30:08Z</dcterms:modified>
</cp:coreProperties>
</file>